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891BE-769D-E5E3-64B7-EB8281A45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8824" y="1600200"/>
            <a:ext cx="9144000" cy="1909763"/>
          </a:xfrm>
        </p:spPr>
        <p:txBody>
          <a:bodyPr anchor="b"/>
          <a:lstStyle>
            <a:lvl1pPr algn="ctr">
              <a:defRPr sz="6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971AB-E548-EC2A-AC84-964CA20DE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s-MX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036E-9C3A-AAB0-F125-859A5D28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A7EA8-0A16-1D86-1CD1-9FE74239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0F5BF-F0DE-BD4E-16CC-B5137490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226509DB-7518-86A4-0D75-4F445D80810E}"/>
              </a:ext>
            </a:extLst>
          </p:cNvPr>
          <p:cNvSpPr/>
          <p:nvPr userDrawn="1"/>
        </p:nvSpPr>
        <p:spPr>
          <a:xfrm>
            <a:off x="546100" y="449081"/>
            <a:ext cx="4796093" cy="841394"/>
          </a:xfrm>
          <a:custGeom>
            <a:avLst/>
            <a:gdLst/>
            <a:ahLst/>
            <a:cxnLst/>
            <a:rect l="l" t="t" r="r" b="b"/>
            <a:pathLst>
              <a:path w="4796093" h="841394">
                <a:moveTo>
                  <a:pt x="0" y="0"/>
                </a:moveTo>
                <a:lnTo>
                  <a:pt x="4796093" y="0"/>
                </a:lnTo>
                <a:lnTo>
                  <a:pt x="4796093" y="841394"/>
                </a:lnTo>
                <a:lnTo>
                  <a:pt x="0" y="841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40D8F2D-3625-D04C-1AAC-8F14EADA0742}"/>
              </a:ext>
            </a:extLst>
          </p:cNvPr>
          <p:cNvGrpSpPr/>
          <p:nvPr userDrawn="1"/>
        </p:nvGrpSpPr>
        <p:grpSpPr>
          <a:xfrm>
            <a:off x="8126179" y="449081"/>
            <a:ext cx="3519721" cy="841394"/>
            <a:chOff x="3832885" y="3011703"/>
            <a:chExt cx="2672271" cy="638810"/>
          </a:xfrm>
        </p:grpSpPr>
        <p:sp>
          <p:nvSpPr>
            <p:cNvPr id="9" name="object 16">
              <a:extLst>
                <a:ext uri="{FF2B5EF4-FFF2-40B4-BE49-F238E27FC236}">
                  <a16:creationId xmlns:a16="http://schemas.microsoft.com/office/drawing/2014/main" id="{16E84527-8534-1822-81A6-186C5D27053B}"/>
                </a:ext>
              </a:extLst>
            </p:cNvPr>
            <p:cNvSpPr/>
            <p:nvPr/>
          </p:nvSpPr>
          <p:spPr>
            <a:xfrm>
              <a:off x="5884126" y="3011703"/>
              <a:ext cx="621030" cy="638810"/>
            </a:xfrm>
            <a:custGeom>
              <a:avLst/>
              <a:gdLst/>
              <a:ahLst/>
              <a:cxnLst/>
              <a:rect l="l" t="t" r="r" b="b"/>
              <a:pathLst>
                <a:path w="621029" h="638810">
                  <a:moveTo>
                    <a:pt x="53416" y="225056"/>
                  </a:moveTo>
                  <a:lnTo>
                    <a:pt x="51282" y="214579"/>
                  </a:lnTo>
                  <a:lnTo>
                    <a:pt x="45529" y="206133"/>
                  </a:lnTo>
                  <a:lnTo>
                    <a:pt x="37096" y="200482"/>
                  </a:lnTo>
                  <a:lnTo>
                    <a:pt x="26949" y="198424"/>
                  </a:lnTo>
                  <a:lnTo>
                    <a:pt x="16497" y="200482"/>
                  </a:lnTo>
                  <a:lnTo>
                    <a:pt x="7937" y="206133"/>
                  </a:lnTo>
                  <a:lnTo>
                    <a:pt x="2133" y="214579"/>
                  </a:lnTo>
                  <a:lnTo>
                    <a:pt x="0" y="225056"/>
                  </a:lnTo>
                  <a:lnTo>
                    <a:pt x="0" y="412610"/>
                  </a:lnTo>
                  <a:lnTo>
                    <a:pt x="2133" y="423291"/>
                  </a:lnTo>
                  <a:lnTo>
                    <a:pt x="7937" y="431952"/>
                  </a:lnTo>
                  <a:lnTo>
                    <a:pt x="16497" y="437743"/>
                  </a:lnTo>
                  <a:lnTo>
                    <a:pt x="26949" y="439864"/>
                  </a:lnTo>
                  <a:lnTo>
                    <a:pt x="37096" y="437743"/>
                  </a:lnTo>
                  <a:lnTo>
                    <a:pt x="45529" y="431952"/>
                  </a:lnTo>
                  <a:lnTo>
                    <a:pt x="51282" y="423291"/>
                  </a:lnTo>
                  <a:lnTo>
                    <a:pt x="53416" y="412610"/>
                  </a:lnTo>
                  <a:lnTo>
                    <a:pt x="53416" y="225056"/>
                  </a:lnTo>
                  <a:close/>
                </a:path>
                <a:path w="621029" h="638810">
                  <a:moveTo>
                    <a:pt x="276364" y="615315"/>
                  </a:moveTo>
                  <a:lnTo>
                    <a:pt x="101104" y="494703"/>
                  </a:lnTo>
                  <a:lnTo>
                    <a:pt x="90817" y="491274"/>
                  </a:lnTo>
                  <a:lnTo>
                    <a:pt x="80543" y="491959"/>
                  </a:lnTo>
                  <a:lnTo>
                    <a:pt x="71297" y="496366"/>
                  </a:lnTo>
                  <a:lnTo>
                    <a:pt x="64071" y="504088"/>
                  </a:lnTo>
                  <a:lnTo>
                    <a:pt x="60820" y="514400"/>
                  </a:lnTo>
                  <a:lnTo>
                    <a:pt x="61569" y="524675"/>
                  </a:lnTo>
                  <a:lnTo>
                    <a:pt x="66078" y="533908"/>
                  </a:lnTo>
                  <a:lnTo>
                    <a:pt x="74117" y="541096"/>
                  </a:lnTo>
                  <a:lnTo>
                    <a:pt x="236410" y="634568"/>
                  </a:lnTo>
                  <a:lnTo>
                    <a:pt x="240614" y="637184"/>
                  </a:lnTo>
                  <a:lnTo>
                    <a:pt x="245478" y="638784"/>
                  </a:lnTo>
                  <a:lnTo>
                    <a:pt x="250012" y="638784"/>
                  </a:lnTo>
                  <a:lnTo>
                    <a:pt x="256755" y="637895"/>
                  </a:lnTo>
                  <a:lnTo>
                    <a:pt x="263080" y="635304"/>
                  </a:lnTo>
                  <a:lnTo>
                    <a:pt x="268541" y="631139"/>
                  </a:lnTo>
                  <a:lnTo>
                    <a:pt x="272732" y="625500"/>
                  </a:lnTo>
                  <a:lnTo>
                    <a:pt x="276364" y="615315"/>
                  </a:lnTo>
                  <a:close/>
                </a:path>
                <a:path w="621029" h="638810">
                  <a:moveTo>
                    <a:pt x="276364" y="23215"/>
                  </a:moveTo>
                  <a:lnTo>
                    <a:pt x="272757" y="13131"/>
                  </a:lnTo>
                  <a:lnTo>
                    <a:pt x="265874" y="5257"/>
                  </a:lnTo>
                  <a:lnTo>
                    <a:pt x="256717" y="800"/>
                  </a:lnTo>
                  <a:lnTo>
                    <a:pt x="246494" y="0"/>
                  </a:lnTo>
                  <a:lnTo>
                    <a:pt x="236372" y="3073"/>
                  </a:lnTo>
                  <a:lnTo>
                    <a:pt x="74168" y="97180"/>
                  </a:lnTo>
                  <a:lnTo>
                    <a:pt x="66103" y="104279"/>
                  </a:lnTo>
                  <a:lnTo>
                    <a:pt x="61569" y="113576"/>
                  </a:lnTo>
                  <a:lnTo>
                    <a:pt x="60820" y="123837"/>
                  </a:lnTo>
                  <a:lnTo>
                    <a:pt x="64084" y="133845"/>
                  </a:lnTo>
                  <a:lnTo>
                    <a:pt x="68795" y="139623"/>
                  </a:lnTo>
                  <a:lnTo>
                    <a:pt x="74409" y="143789"/>
                  </a:lnTo>
                  <a:lnTo>
                    <a:pt x="80619" y="146304"/>
                  </a:lnTo>
                  <a:lnTo>
                    <a:pt x="87134" y="147154"/>
                  </a:lnTo>
                  <a:lnTo>
                    <a:pt x="91998" y="147154"/>
                  </a:lnTo>
                  <a:lnTo>
                    <a:pt x="263309" y="49771"/>
                  </a:lnTo>
                  <a:lnTo>
                    <a:pt x="276364" y="23215"/>
                  </a:lnTo>
                  <a:close/>
                </a:path>
                <a:path w="621029" h="638810">
                  <a:moveTo>
                    <a:pt x="276656" y="287934"/>
                  </a:moveTo>
                  <a:lnTo>
                    <a:pt x="101104" y="167627"/>
                  </a:lnTo>
                  <a:lnTo>
                    <a:pt x="90817" y="164198"/>
                  </a:lnTo>
                  <a:lnTo>
                    <a:pt x="80543" y="164884"/>
                  </a:lnTo>
                  <a:lnTo>
                    <a:pt x="71297" y="169291"/>
                  </a:lnTo>
                  <a:lnTo>
                    <a:pt x="64071" y="177025"/>
                  </a:lnTo>
                  <a:lnTo>
                    <a:pt x="60820" y="187185"/>
                  </a:lnTo>
                  <a:lnTo>
                    <a:pt x="61569" y="197459"/>
                  </a:lnTo>
                  <a:lnTo>
                    <a:pt x="66078" y="206768"/>
                  </a:lnTo>
                  <a:lnTo>
                    <a:pt x="74117" y="214007"/>
                  </a:lnTo>
                  <a:lnTo>
                    <a:pt x="236410" y="307479"/>
                  </a:lnTo>
                  <a:lnTo>
                    <a:pt x="240614" y="310070"/>
                  </a:lnTo>
                  <a:lnTo>
                    <a:pt x="245478" y="311073"/>
                  </a:lnTo>
                  <a:lnTo>
                    <a:pt x="250012" y="311073"/>
                  </a:lnTo>
                  <a:lnTo>
                    <a:pt x="256768" y="310222"/>
                  </a:lnTo>
                  <a:lnTo>
                    <a:pt x="263156" y="307695"/>
                  </a:lnTo>
                  <a:lnTo>
                    <a:pt x="268833" y="303530"/>
                  </a:lnTo>
                  <a:lnTo>
                    <a:pt x="273418" y="297764"/>
                  </a:lnTo>
                  <a:lnTo>
                    <a:pt x="276656" y="287934"/>
                  </a:lnTo>
                  <a:close/>
                </a:path>
                <a:path w="621029" h="638810">
                  <a:moveTo>
                    <a:pt x="276669" y="350989"/>
                  </a:moveTo>
                  <a:lnTo>
                    <a:pt x="273418" y="341210"/>
                  </a:lnTo>
                  <a:lnTo>
                    <a:pt x="266128" y="332981"/>
                  </a:lnTo>
                  <a:lnTo>
                    <a:pt x="256768" y="328358"/>
                  </a:lnTo>
                  <a:lnTo>
                    <a:pt x="246494" y="327571"/>
                  </a:lnTo>
                  <a:lnTo>
                    <a:pt x="236410" y="330822"/>
                  </a:lnTo>
                  <a:lnTo>
                    <a:pt x="74117" y="424929"/>
                  </a:lnTo>
                  <a:lnTo>
                    <a:pt x="66103" y="431812"/>
                  </a:lnTo>
                  <a:lnTo>
                    <a:pt x="61582" y="440931"/>
                  </a:lnTo>
                  <a:lnTo>
                    <a:pt x="60833" y="451129"/>
                  </a:lnTo>
                  <a:lnTo>
                    <a:pt x="64084" y="461276"/>
                  </a:lnTo>
                  <a:lnTo>
                    <a:pt x="68783" y="466966"/>
                  </a:lnTo>
                  <a:lnTo>
                    <a:pt x="74396" y="471271"/>
                  </a:lnTo>
                  <a:lnTo>
                    <a:pt x="80606" y="473976"/>
                  </a:lnTo>
                  <a:lnTo>
                    <a:pt x="87134" y="474929"/>
                  </a:lnTo>
                  <a:lnTo>
                    <a:pt x="92024" y="474929"/>
                  </a:lnTo>
                  <a:lnTo>
                    <a:pt x="96253" y="472935"/>
                  </a:lnTo>
                  <a:lnTo>
                    <a:pt x="101117" y="471004"/>
                  </a:lnTo>
                  <a:lnTo>
                    <a:pt x="263359" y="377215"/>
                  </a:lnTo>
                  <a:lnTo>
                    <a:pt x="271348" y="370179"/>
                  </a:lnTo>
                  <a:lnTo>
                    <a:pt x="275882" y="361035"/>
                  </a:lnTo>
                  <a:lnTo>
                    <a:pt x="276669" y="350989"/>
                  </a:lnTo>
                  <a:close/>
                </a:path>
                <a:path w="621029" h="638810">
                  <a:moveTo>
                    <a:pt x="336994" y="389255"/>
                  </a:moveTo>
                  <a:lnTo>
                    <a:pt x="334937" y="378802"/>
                  </a:lnTo>
                  <a:lnTo>
                    <a:pt x="329285" y="370344"/>
                  </a:lnTo>
                  <a:lnTo>
                    <a:pt x="320840" y="364693"/>
                  </a:lnTo>
                  <a:lnTo>
                    <a:pt x="310400" y="362623"/>
                  </a:lnTo>
                  <a:lnTo>
                    <a:pt x="300278" y="364693"/>
                  </a:lnTo>
                  <a:lnTo>
                    <a:pt x="291909" y="370344"/>
                  </a:lnTo>
                  <a:lnTo>
                    <a:pt x="286219" y="378802"/>
                  </a:lnTo>
                  <a:lnTo>
                    <a:pt x="284124" y="389255"/>
                  </a:lnTo>
                  <a:lnTo>
                    <a:pt x="284124" y="576795"/>
                  </a:lnTo>
                  <a:lnTo>
                    <a:pt x="286219" y="587260"/>
                  </a:lnTo>
                  <a:lnTo>
                    <a:pt x="291909" y="595706"/>
                  </a:lnTo>
                  <a:lnTo>
                    <a:pt x="300278" y="601357"/>
                  </a:lnTo>
                  <a:lnTo>
                    <a:pt x="310400" y="603415"/>
                  </a:lnTo>
                  <a:lnTo>
                    <a:pt x="320840" y="601357"/>
                  </a:lnTo>
                  <a:lnTo>
                    <a:pt x="329285" y="595706"/>
                  </a:lnTo>
                  <a:lnTo>
                    <a:pt x="334937" y="587260"/>
                  </a:lnTo>
                  <a:lnTo>
                    <a:pt x="336994" y="576795"/>
                  </a:lnTo>
                  <a:lnTo>
                    <a:pt x="336994" y="389255"/>
                  </a:lnTo>
                  <a:close/>
                </a:path>
                <a:path w="621029" h="638810">
                  <a:moveTo>
                    <a:pt x="336994" y="61518"/>
                  </a:moveTo>
                  <a:lnTo>
                    <a:pt x="334937" y="51181"/>
                  </a:lnTo>
                  <a:lnTo>
                    <a:pt x="329285" y="42710"/>
                  </a:lnTo>
                  <a:lnTo>
                    <a:pt x="320840" y="36995"/>
                  </a:lnTo>
                  <a:lnTo>
                    <a:pt x="310400" y="34886"/>
                  </a:lnTo>
                  <a:lnTo>
                    <a:pt x="300278" y="36995"/>
                  </a:lnTo>
                  <a:lnTo>
                    <a:pt x="291909" y="42710"/>
                  </a:lnTo>
                  <a:lnTo>
                    <a:pt x="286219" y="51181"/>
                  </a:lnTo>
                  <a:lnTo>
                    <a:pt x="284124" y="61518"/>
                  </a:lnTo>
                  <a:lnTo>
                    <a:pt x="284124" y="249059"/>
                  </a:lnTo>
                  <a:lnTo>
                    <a:pt x="286219" y="259511"/>
                  </a:lnTo>
                  <a:lnTo>
                    <a:pt x="291909" y="267944"/>
                  </a:lnTo>
                  <a:lnTo>
                    <a:pt x="300278" y="273583"/>
                  </a:lnTo>
                  <a:lnTo>
                    <a:pt x="310400" y="275640"/>
                  </a:lnTo>
                  <a:lnTo>
                    <a:pt x="320840" y="273583"/>
                  </a:lnTo>
                  <a:lnTo>
                    <a:pt x="329285" y="267944"/>
                  </a:lnTo>
                  <a:lnTo>
                    <a:pt x="334937" y="259511"/>
                  </a:lnTo>
                  <a:lnTo>
                    <a:pt x="336994" y="249059"/>
                  </a:lnTo>
                  <a:lnTo>
                    <a:pt x="336994" y="61518"/>
                  </a:lnTo>
                  <a:close/>
                </a:path>
                <a:path w="621029" h="638810">
                  <a:moveTo>
                    <a:pt x="560578" y="514400"/>
                  </a:moveTo>
                  <a:lnTo>
                    <a:pt x="557314" y="504088"/>
                  </a:lnTo>
                  <a:lnTo>
                    <a:pt x="550075" y="496379"/>
                  </a:lnTo>
                  <a:lnTo>
                    <a:pt x="540778" y="491985"/>
                  </a:lnTo>
                  <a:lnTo>
                    <a:pt x="530504" y="491286"/>
                  </a:lnTo>
                  <a:lnTo>
                    <a:pt x="520357" y="494703"/>
                  </a:lnTo>
                  <a:lnTo>
                    <a:pt x="358101" y="588797"/>
                  </a:lnTo>
                  <a:lnTo>
                    <a:pt x="349897" y="595858"/>
                  </a:lnTo>
                  <a:lnTo>
                    <a:pt x="345389" y="605066"/>
                  </a:lnTo>
                  <a:lnTo>
                    <a:pt x="344716" y="615315"/>
                  </a:lnTo>
                  <a:lnTo>
                    <a:pt x="348030" y="625500"/>
                  </a:lnTo>
                  <a:lnTo>
                    <a:pt x="352323" y="631126"/>
                  </a:lnTo>
                  <a:lnTo>
                    <a:pt x="357987" y="635304"/>
                  </a:lnTo>
                  <a:lnTo>
                    <a:pt x="364439" y="637908"/>
                  </a:lnTo>
                  <a:lnTo>
                    <a:pt x="371081" y="638810"/>
                  </a:lnTo>
                  <a:lnTo>
                    <a:pt x="375945" y="638810"/>
                  </a:lnTo>
                  <a:lnTo>
                    <a:pt x="380809" y="637184"/>
                  </a:lnTo>
                  <a:lnTo>
                    <a:pt x="385038" y="634568"/>
                  </a:lnTo>
                  <a:lnTo>
                    <a:pt x="547281" y="541096"/>
                  </a:lnTo>
                  <a:lnTo>
                    <a:pt x="555320" y="533908"/>
                  </a:lnTo>
                  <a:lnTo>
                    <a:pt x="559828" y="524675"/>
                  </a:lnTo>
                  <a:lnTo>
                    <a:pt x="560578" y="514400"/>
                  </a:lnTo>
                  <a:close/>
                </a:path>
                <a:path w="621029" h="638810">
                  <a:moveTo>
                    <a:pt x="560578" y="123837"/>
                  </a:moveTo>
                  <a:lnTo>
                    <a:pt x="385038" y="3073"/>
                  </a:lnTo>
                  <a:lnTo>
                    <a:pt x="374726" y="0"/>
                  </a:lnTo>
                  <a:lnTo>
                    <a:pt x="364451" y="812"/>
                  </a:lnTo>
                  <a:lnTo>
                    <a:pt x="355219" y="5270"/>
                  </a:lnTo>
                  <a:lnTo>
                    <a:pt x="348018" y="13157"/>
                  </a:lnTo>
                  <a:lnTo>
                    <a:pt x="344716" y="23228"/>
                  </a:lnTo>
                  <a:lnTo>
                    <a:pt x="345414" y="33553"/>
                  </a:lnTo>
                  <a:lnTo>
                    <a:pt x="520357" y="143903"/>
                  </a:lnTo>
                  <a:lnTo>
                    <a:pt x="528967" y="147154"/>
                  </a:lnTo>
                  <a:lnTo>
                    <a:pt x="533958" y="147154"/>
                  </a:lnTo>
                  <a:lnTo>
                    <a:pt x="560578" y="123837"/>
                  </a:lnTo>
                  <a:close/>
                </a:path>
                <a:path w="621029" h="638810">
                  <a:moveTo>
                    <a:pt x="560590" y="451129"/>
                  </a:moveTo>
                  <a:lnTo>
                    <a:pt x="384378" y="330809"/>
                  </a:lnTo>
                  <a:lnTo>
                    <a:pt x="374446" y="327558"/>
                  </a:lnTo>
                  <a:lnTo>
                    <a:pt x="364375" y="328345"/>
                  </a:lnTo>
                  <a:lnTo>
                    <a:pt x="355206" y="332968"/>
                  </a:lnTo>
                  <a:lnTo>
                    <a:pt x="348030" y="341198"/>
                  </a:lnTo>
                  <a:lnTo>
                    <a:pt x="344716" y="351002"/>
                  </a:lnTo>
                  <a:lnTo>
                    <a:pt x="345389" y="361061"/>
                  </a:lnTo>
                  <a:lnTo>
                    <a:pt x="349897" y="370217"/>
                  </a:lnTo>
                  <a:lnTo>
                    <a:pt x="358114" y="377240"/>
                  </a:lnTo>
                  <a:lnTo>
                    <a:pt x="520357" y="470992"/>
                  </a:lnTo>
                  <a:lnTo>
                    <a:pt x="528942" y="474891"/>
                  </a:lnTo>
                  <a:lnTo>
                    <a:pt x="534009" y="474891"/>
                  </a:lnTo>
                  <a:lnTo>
                    <a:pt x="560590" y="451129"/>
                  </a:lnTo>
                  <a:close/>
                </a:path>
                <a:path w="621029" h="638810">
                  <a:moveTo>
                    <a:pt x="560603" y="187172"/>
                  </a:moveTo>
                  <a:lnTo>
                    <a:pt x="557314" y="177025"/>
                  </a:lnTo>
                  <a:lnTo>
                    <a:pt x="550100" y="169303"/>
                  </a:lnTo>
                  <a:lnTo>
                    <a:pt x="540804" y="164896"/>
                  </a:lnTo>
                  <a:lnTo>
                    <a:pt x="530542" y="164211"/>
                  </a:lnTo>
                  <a:lnTo>
                    <a:pt x="520395" y="167627"/>
                  </a:lnTo>
                  <a:lnTo>
                    <a:pt x="358114" y="260705"/>
                  </a:lnTo>
                  <a:lnTo>
                    <a:pt x="349910" y="268338"/>
                  </a:lnTo>
                  <a:lnTo>
                    <a:pt x="345401" y="277774"/>
                  </a:lnTo>
                  <a:lnTo>
                    <a:pt x="344741" y="287934"/>
                  </a:lnTo>
                  <a:lnTo>
                    <a:pt x="348056" y="297713"/>
                  </a:lnTo>
                  <a:lnTo>
                    <a:pt x="352323" y="303491"/>
                  </a:lnTo>
                  <a:lnTo>
                    <a:pt x="357974" y="307644"/>
                  </a:lnTo>
                  <a:lnTo>
                    <a:pt x="364413" y="310172"/>
                  </a:lnTo>
                  <a:lnTo>
                    <a:pt x="371081" y="311023"/>
                  </a:lnTo>
                  <a:lnTo>
                    <a:pt x="375970" y="311023"/>
                  </a:lnTo>
                  <a:lnTo>
                    <a:pt x="380174" y="310057"/>
                  </a:lnTo>
                  <a:lnTo>
                    <a:pt x="384378" y="307479"/>
                  </a:lnTo>
                  <a:lnTo>
                    <a:pt x="547243" y="213995"/>
                  </a:lnTo>
                  <a:lnTo>
                    <a:pt x="555320" y="206756"/>
                  </a:lnTo>
                  <a:lnTo>
                    <a:pt x="559854" y="197446"/>
                  </a:lnTo>
                  <a:lnTo>
                    <a:pt x="560603" y="187172"/>
                  </a:lnTo>
                  <a:close/>
                </a:path>
                <a:path w="621029" h="638810">
                  <a:moveTo>
                    <a:pt x="620915" y="225044"/>
                  </a:moveTo>
                  <a:lnTo>
                    <a:pt x="618794" y="214579"/>
                  </a:lnTo>
                  <a:lnTo>
                    <a:pt x="613003" y="206133"/>
                  </a:lnTo>
                  <a:lnTo>
                    <a:pt x="604494" y="200482"/>
                  </a:lnTo>
                  <a:lnTo>
                    <a:pt x="594169" y="198412"/>
                  </a:lnTo>
                  <a:lnTo>
                    <a:pt x="583717" y="200482"/>
                  </a:lnTo>
                  <a:lnTo>
                    <a:pt x="575144" y="206133"/>
                  </a:lnTo>
                  <a:lnTo>
                    <a:pt x="569353" y="214579"/>
                  </a:lnTo>
                  <a:lnTo>
                    <a:pt x="567220" y="225044"/>
                  </a:lnTo>
                  <a:lnTo>
                    <a:pt x="567220" y="412597"/>
                  </a:lnTo>
                  <a:lnTo>
                    <a:pt x="569353" y="423291"/>
                  </a:lnTo>
                  <a:lnTo>
                    <a:pt x="575144" y="431939"/>
                  </a:lnTo>
                  <a:lnTo>
                    <a:pt x="583717" y="437743"/>
                  </a:lnTo>
                  <a:lnTo>
                    <a:pt x="594169" y="439851"/>
                  </a:lnTo>
                  <a:lnTo>
                    <a:pt x="604494" y="437743"/>
                  </a:lnTo>
                  <a:lnTo>
                    <a:pt x="613003" y="431939"/>
                  </a:lnTo>
                  <a:lnTo>
                    <a:pt x="618794" y="423291"/>
                  </a:lnTo>
                  <a:lnTo>
                    <a:pt x="620915" y="412597"/>
                  </a:lnTo>
                  <a:lnTo>
                    <a:pt x="620915" y="225044"/>
                  </a:lnTo>
                  <a:close/>
                </a:path>
              </a:pathLst>
            </a:custGeom>
            <a:solidFill>
              <a:srgbClr val="009F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0" name="object 17">
              <a:extLst>
                <a:ext uri="{FF2B5EF4-FFF2-40B4-BE49-F238E27FC236}">
                  <a16:creationId xmlns:a16="http://schemas.microsoft.com/office/drawing/2014/main" id="{AD6071F0-93F0-35AA-3257-ABFAE9E63BF7}"/>
                </a:ext>
              </a:extLst>
            </p:cNvPr>
            <p:cNvGrpSpPr/>
            <p:nvPr/>
          </p:nvGrpSpPr>
          <p:grpSpPr>
            <a:xfrm>
              <a:off x="4293858" y="3065589"/>
              <a:ext cx="1347470" cy="531495"/>
              <a:chOff x="4293858" y="3065589"/>
              <a:chExt cx="1347470" cy="531495"/>
            </a:xfrm>
          </p:grpSpPr>
          <p:sp>
            <p:nvSpPr>
              <p:cNvPr id="12" name="object 18">
                <a:extLst>
                  <a:ext uri="{FF2B5EF4-FFF2-40B4-BE49-F238E27FC236}">
                    <a16:creationId xmlns:a16="http://schemas.microsoft.com/office/drawing/2014/main" id="{16934F14-B32E-B596-8388-71EE2087659A}"/>
                  </a:ext>
                </a:extLst>
              </p:cNvPr>
              <p:cNvSpPr/>
              <p:nvPr/>
            </p:nvSpPr>
            <p:spPr>
              <a:xfrm>
                <a:off x="4293857" y="3065589"/>
                <a:ext cx="1347470" cy="531495"/>
              </a:xfrm>
              <a:custGeom>
                <a:avLst/>
                <a:gdLst/>
                <a:ahLst/>
                <a:cxnLst/>
                <a:rect l="l" t="t" r="r" b="b"/>
                <a:pathLst>
                  <a:path w="1347470" h="531495">
                    <a:moveTo>
                      <a:pt x="241109" y="148297"/>
                    </a:moveTo>
                    <a:lnTo>
                      <a:pt x="238480" y="135305"/>
                    </a:lnTo>
                    <a:lnTo>
                      <a:pt x="231317" y="124790"/>
                    </a:lnTo>
                    <a:lnTo>
                      <a:pt x="220687" y="117741"/>
                    </a:lnTo>
                    <a:lnTo>
                      <a:pt x="207657" y="115176"/>
                    </a:lnTo>
                    <a:lnTo>
                      <a:pt x="194614" y="117741"/>
                    </a:lnTo>
                    <a:lnTo>
                      <a:pt x="183997" y="124790"/>
                    </a:lnTo>
                    <a:lnTo>
                      <a:pt x="176847" y="135305"/>
                    </a:lnTo>
                    <a:lnTo>
                      <a:pt x="174244" y="148297"/>
                    </a:lnTo>
                    <a:lnTo>
                      <a:pt x="174244" y="497446"/>
                    </a:lnTo>
                    <a:lnTo>
                      <a:pt x="176847" y="510463"/>
                    </a:lnTo>
                    <a:lnTo>
                      <a:pt x="183997" y="521081"/>
                    </a:lnTo>
                    <a:lnTo>
                      <a:pt x="194614" y="528243"/>
                    </a:lnTo>
                    <a:lnTo>
                      <a:pt x="207657" y="530872"/>
                    </a:lnTo>
                    <a:lnTo>
                      <a:pt x="220687" y="528243"/>
                    </a:lnTo>
                    <a:lnTo>
                      <a:pt x="231317" y="521081"/>
                    </a:lnTo>
                    <a:lnTo>
                      <a:pt x="238480" y="510463"/>
                    </a:lnTo>
                    <a:lnTo>
                      <a:pt x="241109" y="497446"/>
                    </a:lnTo>
                    <a:lnTo>
                      <a:pt x="241109" y="148297"/>
                    </a:lnTo>
                    <a:close/>
                  </a:path>
                  <a:path w="1347470" h="531495">
                    <a:moveTo>
                      <a:pt x="415366" y="55791"/>
                    </a:moveTo>
                    <a:lnTo>
                      <a:pt x="412635" y="42240"/>
                    </a:lnTo>
                    <a:lnTo>
                      <a:pt x="405244" y="31432"/>
                    </a:lnTo>
                    <a:lnTo>
                      <a:pt x="394398" y="24282"/>
                    </a:lnTo>
                    <a:lnTo>
                      <a:pt x="381292" y="21704"/>
                    </a:lnTo>
                    <a:lnTo>
                      <a:pt x="34048" y="21704"/>
                    </a:lnTo>
                    <a:lnTo>
                      <a:pt x="20662" y="24282"/>
                    </a:lnTo>
                    <a:lnTo>
                      <a:pt x="9855" y="31432"/>
                    </a:lnTo>
                    <a:lnTo>
                      <a:pt x="2628" y="42240"/>
                    </a:lnTo>
                    <a:lnTo>
                      <a:pt x="0" y="55791"/>
                    </a:lnTo>
                    <a:lnTo>
                      <a:pt x="2628" y="68351"/>
                    </a:lnTo>
                    <a:lnTo>
                      <a:pt x="9855" y="78917"/>
                    </a:lnTo>
                    <a:lnTo>
                      <a:pt x="20662" y="86182"/>
                    </a:lnTo>
                    <a:lnTo>
                      <a:pt x="34048" y="88900"/>
                    </a:lnTo>
                    <a:lnTo>
                      <a:pt x="381292" y="88900"/>
                    </a:lnTo>
                    <a:lnTo>
                      <a:pt x="394398" y="86182"/>
                    </a:lnTo>
                    <a:lnTo>
                      <a:pt x="405244" y="78917"/>
                    </a:lnTo>
                    <a:lnTo>
                      <a:pt x="412635" y="68351"/>
                    </a:lnTo>
                    <a:lnTo>
                      <a:pt x="415366" y="55791"/>
                    </a:lnTo>
                    <a:close/>
                  </a:path>
                  <a:path w="1347470" h="531495">
                    <a:moveTo>
                      <a:pt x="526669" y="55168"/>
                    </a:moveTo>
                    <a:lnTo>
                      <a:pt x="523989" y="41617"/>
                    </a:lnTo>
                    <a:lnTo>
                      <a:pt x="516674" y="30822"/>
                    </a:lnTo>
                    <a:lnTo>
                      <a:pt x="505828" y="23672"/>
                    </a:lnTo>
                    <a:lnTo>
                      <a:pt x="492544" y="21094"/>
                    </a:lnTo>
                    <a:lnTo>
                      <a:pt x="479717" y="23672"/>
                    </a:lnTo>
                    <a:lnTo>
                      <a:pt x="469201" y="30822"/>
                    </a:lnTo>
                    <a:lnTo>
                      <a:pt x="462076" y="41617"/>
                    </a:lnTo>
                    <a:lnTo>
                      <a:pt x="459460" y="55168"/>
                    </a:lnTo>
                    <a:lnTo>
                      <a:pt x="459460" y="496811"/>
                    </a:lnTo>
                    <a:lnTo>
                      <a:pt x="462076" y="509841"/>
                    </a:lnTo>
                    <a:lnTo>
                      <a:pt x="469201" y="520458"/>
                    </a:lnTo>
                    <a:lnTo>
                      <a:pt x="479717" y="527608"/>
                    </a:lnTo>
                    <a:lnTo>
                      <a:pt x="492544" y="530225"/>
                    </a:lnTo>
                    <a:lnTo>
                      <a:pt x="505828" y="527608"/>
                    </a:lnTo>
                    <a:lnTo>
                      <a:pt x="516674" y="520458"/>
                    </a:lnTo>
                    <a:lnTo>
                      <a:pt x="523989" y="509841"/>
                    </a:lnTo>
                    <a:lnTo>
                      <a:pt x="526669" y="496811"/>
                    </a:lnTo>
                    <a:lnTo>
                      <a:pt x="526669" y="55168"/>
                    </a:lnTo>
                    <a:close/>
                  </a:path>
                  <a:path w="1347470" h="531495">
                    <a:moveTo>
                      <a:pt x="833945" y="496798"/>
                    </a:moveTo>
                    <a:lnTo>
                      <a:pt x="831329" y="483730"/>
                    </a:lnTo>
                    <a:lnTo>
                      <a:pt x="824179" y="472998"/>
                    </a:lnTo>
                    <a:lnTo>
                      <a:pt x="813562" y="465734"/>
                    </a:lnTo>
                    <a:lnTo>
                      <a:pt x="800531" y="463067"/>
                    </a:lnTo>
                    <a:lnTo>
                      <a:pt x="586397" y="463067"/>
                    </a:lnTo>
                    <a:lnTo>
                      <a:pt x="572897" y="465734"/>
                    </a:lnTo>
                    <a:lnTo>
                      <a:pt x="562076" y="472998"/>
                    </a:lnTo>
                    <a:lnTo>
                      <a:pt x="554901" y="483730"/>
                    </a:lnTo>
                    <a:lnTo>
                      <a:pt x="552297" y="496798"/>
                    </a:lnTo>
                    <a:lnTo>
                      <a:pt x="554901" y="509930"/>
                    </a:lnTo>
                    <a:lnTo>
                      <a:pt x="562076" y="520776"/>
                    </a:lnTo>
                    <a:lnTo>
                      <a:pt x="572897" y="528154"/>
                    </a:lnTo>
                    <a:lnTo>
                      <a:pt x="586397" y="530872"/>
                    </a:lnTo>
                    <a:lnTo>
                      <a:pt x="800531" y="530872"/>
                    </a:lnTo>
                    <a:lnTo>
                      <a:pt x="813562" y="528154"/>
                    </a:lnTo>
                    <a:lnTo>
                      <a:pt x="824179" y="520776"/>
                    </a:lnTo>
                    <a:lnTo>
                      <a:pt x="831329" y="509930"/>
                    </a:lnTo>
                    <a:lnTo>
                      <a:pt x="833945" y="496798"/>
                    </a:lnTo>
                    <a:close/>
                  </a:path>
                  <a:path w="1347470" h="531495">
                    <a:moveTo>
                      <a:pt x="833945" y="55168"/>
                    </a:moveTo>
                    <a:lnTo>
                      <a:pt x="831329" y="41617"/>
                    </a:lnTo>
                    <a:lnTo>
                      <a:pt x="824179" y="30822"/>
                    </a:lnTo>
                    <a:lnTo>
                      <a:pt x="813562" y="23672"/>
                    </a:lnTo>
                    <a:lnTo>
                      <a:pt x="800531" y="21094"/>
                    </a:lnTo>
                    <a:lnTo>
                      <a:pt x="586397" y="21094"/>
                    </a:lnTo>
                    <a:lnTo>
                      <a:pt x="572897" y="23672"/>
                    </a:lnTo>
                    <a:lnTo>
                      <a:pt x="562076" y="30822"/>
                    </a:lnTo>
                    <a:lnTo>
                      <a:pt x="554901" y="41617"/>
                    </a:lnTo>
                    <a:lnTo>
                      <a:pt x="552297" y="55168"/>
                    </a:lnTo>
                    <a:lnTo>
                      <a:pt x="554901" y="67729"/>
                    </a:lnTo>
                    <a:lnTo>
                      <a:pt x="562076" y="78282"/>
                    </a:lnTo>
                    <a:lnTo>
                      <a:pt x="572897" y="85559"/>
                    </a:lnTo>
                    <a:lnTo>
                      <a:pt x="586397" y="88277"/>
                    </a:lnTo>
                    <a:lnTo>
                      <a:pt x="800531" y="88277"/>
                    </a:lnTo>
                    <a:lnTo>
                      <a:pt x="813562" y="85559"/>
                    </a:lnTo>
                    <a:lnTo>
                      <a:pt x="824179" y="78282"/>
                    </a:lnTo>
                    <a:lnTo>
                      <a:pt x="831329" y="67729"/>
                    </a:lnTo>
                    <a:lnTo>
                      <a:pt x="833945" y="55168"/>
                    </a:lnTo>
                    <a:close/>
                  </a:path>
                  <a:path w="1347470" h="531495">
                    <a:moveTo>
                      <a:pt x="1347266" y="413829"/>
                    </a:moveTo>
                    <a:lnTo>
                      <a:pt x="1343926" y="401472"/>
                    </a:lnTo>
                    <a:lnTo>
                      <a:pt x="1335938" y="391007"/>
                    </a:lnTo>
                    <a:lnTo>
                      <a:pt x="1324216" y="384517"/>
                    </a:lnTo>
                    <a:lnTo>
                      <a:pt x="1311452" y="382917"/>
                    </a:lnTo>
                    <a:lnTo>
                      <a:pt x="1299171" y="386194"/>
                    </a:lnTo>
                    <a:lnTo>
                      <a:pt x="1288884" y="394246"/>
                    </a:lnTo>
                    <a:lnTo>
                      <a:pt x="1257287" y="423583"/>
                    </a:lnTo>
                    <a:lnTo>
                      <a:pt x="1220762" y="445401"/>
                    </a:lnTo>
                    <a:lnTo>
                      <a:pt x="1180566" y="459003"/>
                    </a:lnTo>
                    <a:lnTo>
                      <a:pt x="1138008" y="463689"/>
                    </a:lnTo>
                    <a:lnTo>
                      <a:pt x="1090637" y="458139"/>
                    </a:lnTo>
                    <a:lnTo>
                      <a:pt x="1047000" y="442429"/>
                    </a:lnTo>
                    <a:lnTo>
                      <a:pt x="1008875" y="417982"/>
                    </a:lnTo>
                    <a:lnTo>
                      <a:pt x="977988" y="386207"/>
                    </a:lnTo>
                    <a:lnTo>
                      <a:pt x="956106" y="348513"/>
                    </a:lnTo>
                    <a:lnTo>
                      <a:pt x="944943" y="306336"/>
                    </a:lnTo>
                    <a:lnTo>
                      <a:pt x="940943" y="294640"/>
                    </a:lnTo>
                    <a:lnTo>
                      <a:pt x="933399" y="285407"/>
                    </a:lnTo>
                    <a:lnTo>
                      <a:pt x="923188" y="279323"/>
                    </a:lnTo>
                    <a:lnTo>
                      <a:pt x="911161" y="277139"/>
                    </a:lnTo>
                    <a:lnTo>
                      <a:pt x="907249" y="277139"/>
                    </a:lnTo>
                    <a:lnTo>
                      <a:pt x="894651" y="281584"/>
                    </a:lnTo>
                    <a:lnTo>
                      <a:pt x="885037" y="290220"/>
                    </a:lnTo>
                    <a:lnTo>
                      <a:pt x="879246" y="301701"/>
                    </a:lnTo>
                    <a:lnTo>
                      <a:pt x="878103" y="314744"/>
                    </a:lnTo>
                    <a:lnTo>
                      <a:pt x="888377" y="358787"/>
                    </a:lnTo>
                    <a:lnTo>
                      <a:pt x="906868" y="399592"/>
                    </a:lnTo>
                    <a:lnTo>
                      <a:pt x="932662" y="436333"/>
                    </a:lnTo>
                    <a:lnTo>
                      <a:pt x="964793" y="468210"/>
                    </a:lnTo>
                    <a:lnTo>
                      <a:pt x="1002347" y="494411"/>
                    </a:lnTo>
                    <a:lnTo>
                      <a:pt x="1044359" y="514134"/>
                    </a:lnTo>
                    <a:lnTo>
                      <a:pt x="1089888" y="526554"/>
                    </a:lnTo>
                    <a:lnTo>
                      <a:pt x="1138008" y="530872"/>
                    </a:lnTo>
                    <a:lnTo>
                      <a:pt x="1183894" y="526859"/>
                    </a:lnTo>
                    <a:lnTo>
                      <a:pt x="1227823" y="515124"/>
                    </a:lnTo>
                    <a:lnTo>
                      <a:pt x="1268920" y="496100"/>
                    </a:lnTo>
                    <a:lnTo>
                      <a:pt x="1306245" y="470268"/>
                    </a:lnTo>
                    <a:lnTo>
                      <a:pt x="1338897" y="438048"/>
                    </a:lnTo>
                    <a:lnTo>
                      <a:pt x="1345679" y="426529"/>
                    </a:lnTo>
                    <a:lnTo>
                      <a:pt x="1347266" y="413829"/>
                    </a:lnTo>
                    <a:close/>
                  </a:path>
                  <a:path w="1347470" h="531495">
                    <a:moveTo>
                      <a:pt x="1347266" y="115646"/>
                    </a:moveTo>
                    <a:lnTo>
                      <a:pt x="1306245" y="59728"/>
                    </a:lnTo>
                    <a:lnTo>
                      <a:pt x="1268920" y="34137"/>
                    </a:lnTo>
                    <a:lnTo>
                      <a:pt x="1227823" y="15417"/>
                    </a:lnTo>
                    <a:lnTo>
                      <a:pt x="1183894" y="3924"/>
                    </a:lnTo>
                    <a:lnTo>
                      <a:pt x="1138008" y="0"/>
                    </a:lnTo>
                    <a:lnTo>
                      <a:pt x="1089888" y="4279"/>
                    </a:lnTo>
                    <a:lnTo>
                      <a:pt x="1044359" y="16598"/>
                    </a:lnTo>
                    <a:lnTo>
                      <a:pt x="1002347" y="36144"/>
                    </a:lnTo>
                    <a:lnTo>
                      <a:pt x="964793" y="62153"/>
                    </a:lnTo>
                    <a:lnTo>
                      <a:pt x="932662" y="93802"/>
                    </a:lnTo>
                    <a:lnTo>
                      <a:pt x="906868" y="130340"/>
                    </a:lnTo>
                    <a:lnTo>
                      <a:pt x="888377" y="170942"/>
                    </a:lnTo>
                    <a:lnTo>
                      <a:pt x="878103" y="214820"/>
                    </a:lnTo>
                    <a:lnTo>
                      <a:pt x="879246" y="227977"/>
                    </a:lnTo>
                    <a:lnTo>
                      <a:pt x="885037" y="239382"/>
                    </a:lnTo>
                    <a:lnTo>
                      <a:pt x="894651" y="247751"/>
                    </a:lnTo>
                    <a:lnTo>
                      <a:pt x="907249" y="251790"/>
                    </a:lnTo>
                    <a:lnTo>
                      <a:pt x="908926" y="252488"/>
                    </a:lnTo>
                    <a:lnTo>
                      <a:pt x="911161" y="252488"/>
                    </a:lnTo>
                    <a:lnTo>
                      <a:pt x="923188" y="250253"/>
                    </a:lnTo>
                    <a:lnTo>
                      <a:pt x="933399" y="244081"/>
                    </a:lnTo>
                    <a:lnTo>
                      <a:pt x="940943" y="234810"/>
                    </a:lnTo>
                    <a:lnTo>
                      <a:pt x="944943" y="223278"/>
                    </a:lnTo>
                    <a:lnTo>
                      <a:pt x="956106" y="181000"/>
                    </a:lnTo>
                    <a:lnTo>
                      <a:pt x="977988" y="143332"/>
                    </a:lnTo>
                    <a:lnTo>
                      <a:pt x="1008875" y="111645"/>
                    </a:lnTo>
                    <a:lnTo>
                      <a:pt x="1047000" y="87312"/>
                    </a:lnTo>
                    <a:lnTo>
                      <a:pt x="1090637" y="71704"/>
                    </a:lnTo>
                    <a:lnTo>
                      <a:pt x="1138008" y="66192"/>
                    </a:lnTo>
                    <a:lnTo>
                      <a:pt x="1180566" y="70878"/>
                    </a:lnTo>
                    <a:lnTo>
                      <a:pt x="1220762" y="84416"/>
                    </a:lnTo>
                    <a:lnTo>
                      <a:pt x="1257287" y="106045"/>
                    </a:lnTo>
                    <a:lnTo>
                      <a:pt x="1288884" y="135013"/>
                    </a:lnTo>
                    <a:lnTo>
                      <a:pt x="1299171" y="143002"/>
                    </a:lnTo>
                    <a:lnTo>
                      <a:pt x="1311452" y="146354"/>
                    </a:lnTo>
                    <a:lnTo>
                      <a:pt x="1324216" y="144843"/>
                    </a:lnTo>
                    <a:lnTo>
                      <a:pt x="1335938" y="138214"/>
                    </a:lnTo>
                    <a:lnTo>
                      <a:pt x="1343926" y="127927"/>
                    </a:lnTo>
                    <a:lnTo>
                      <a:pt x="1347266" y="11564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19">
                <a:extLst>
                  <a:ext uri="{FF2B5EF4-FFF2-40B4-BE49-F238E27FC236}">
                    <a16:creationId xmlns:a16="http://schemas.microsoft.com/office/drawing/2014/main" id="{1DAC7751-F985-F88D-3E15-676CAA49D438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846161" y="3302139"/>
                <a:ext cx="227787" cy="67183"/>
              </a:xfrm>
              <a:prstGeom prst="rect">
                <a:avLst/>
              </a:prstGeom>
            </p:spPr>
          </p:pic>
        </p:grpSp>
        <p:sp>
          <p:nvSpPr>
            <p:cNvPr id="11" name="object 20">
              <a:extLst>
                <a:ext uri="{FF2B5EF4-FFF2-40B4-BE49-F238E27FC236}">
                  <a16:creationId xmlns:a16="http://schemas.microsoft.com/office/drawing/2014/main" id="{FCD857AA-CAFC-8192-69A8-FC6C9DC221DB}"/>
                </a:ext>
              </a:extLst>
            </p:cNvPr>
            <p:cNvSpPr/>
            <p:nvPr/>
          </p:nvSpPr>
          <p:spPr>
            <a:xfrm>
              <a:off x="3832885" y="3094469"/>
              <a:ext cx="416559" cy="502284"/>
            </a:xfrm>
            <a:custGeom>
              <a:avLst/>
              <a:gdLst/>
              <a:ahLst/>
              <a:cxnLst/>
              <a:rect l="l" t="t" r="r" b="b"/>
              <a:pathLst>
                <a:path w="416560" h="502285">
                  <a:moveTo>
                    <a:pt x="196507" y="472808"/>
                  </a:moveTo>
                  <a:lnTo>
                    <a:pt x="195491" y="459727"/>
                  </a:lnTo>
                  <a:lnTo>
                    <a:pt x="189611" y="448475"/>
                  </a:lnTo>
                  <a:lnTo>
                    <a:pt x="179755" y="440143"/>
                  </a:lnTo>
                  <a:lnTo>
                    <a:pt x="166789" y="435800"/>
                  </a:lnTo>
                  <a:lnTo>
                    <a:pt x="127012" y="421741"/>
                  </a:lnTo>
                  <a:lnTo>
                    <a:pt x="95643" y="392480"/>
                  </a:lnTo>
                  <a:lnTo>
                    <a:pt x="75069" y="351294"/>
                  </a:lnTo>
                  <a:lnTo>
                    <a:pt x="67678" y="301459"/>
                  </a:lnTo>
                  <a:lnTo>
                    <a:pt x="67678" y="34074"/>
                  </a:lnTo>
                  <a:lnTo>
                    <a:pt x="65062" y="20535"/>
                  </a:lnTo>
                  <a:lnTo>
                    <a:pt x="57899" y="9740"/>
                  </a:lnTo>
                  <a:lnTo>
                    <a:pt x="47282" y="2590"/>
                  </a:lnTo>
                  <a:lnTo>
                    <a:pt x="34251" y="0"/>
                  </a:lnTo>
                  <a:lnTo>
                    <a:pt x="21094" y="2590"/>
                  </a:lnTo>
                  <a:lnTo>
                    <a:pt x="10185" y="9740"/>
                  </a:lnTo>
                  <a:lnTo>
                    <a:pt x="2743" y="20535"/>
                  </a:lnTo>
                  <a:lnTo>
                    <a:pt x="0" y="34074"/>
                  </a:lnTo>
                  <a:lnTo>
                    <a:pt x="0" y="301459"/>
                  </a:lnTo>
                  <a:lnTo>
                    <a:pt x="5384" y="352056"/>
                  </a:lnTo>
                  <a:lnTo>
                    <a:pt x="20764" y="397725"/>
                  </a:lnTo>
                  <a:lnTo>
                    <a:pt x="44970" y="437019"/>
                  </a:lnTo>
                  <a:lnTo>
                    <a:pt x="76835" y="468477"/>
                  </a:lnTo>
                  <a:lnTo>
                    <a:pt x="115189" y="490626"/>
                  </a:lnTo>
                  <a:lnTo>
                    <a:pt x="158864" y="501992"/>
                  </a:lnTo>
                  <a:lnTo>
                    <a:pt x="163042" y="501992"/>
                  </a:lnTo>
                  <a:lnTo>
                    <a:pt x="174802" y="499859"/>
                  </a:lnTo>
                  <a:lnTo>
                    <a:pt x="184886" y="493852"/>
                  </a:lnTo>
                  <a:lnTo>
                    <a:pt x="192417" y="484619"/>
                  </a:lnTo>
                  <a:lnTo>
                    <a:pt x="196507" y="472808"/>
                  </a:lnTo>
                  <a:close/>
                </a:path>
                <a:path w="416560" h="502285">
                  <a:moveTo>
                    <a:pt x="416496" y="34086"/>
                  </a:moveTo>
                  <a:lnTo>
                    <a:pt x="413931" y="20535"/>
                  </a:lnTo>
                  <a:lnTo>
                    <a:pt x="406882" y="9740"/>
                  </a:lnTo>
                  <a:lnTo>
                    <a:pt x="396278" y="2578"/>
                  </a:lnTo>
                  <a:lnTo>
                    <a:pt x="383057" y="0"/>
                  </a:lnTo>
                  <a:lnTo>
                    <a:pt x="370027" y="2578"/>
                  </a:lnTo>
                  <a:lnTo>
                    <a:pt x="359371" y="9740"/>
                  </a:lnTo>
                  <a:lnTo>
                    <a:pt x="352158" y="20535"/>
                  </a:lnTo>
                  <a:lnTo>
                    <a:pt x="349516" y="34086"/>
                  </a:lnTo>
                  <a:lnTo>
                    <a:pt x="349516" y="301459"/>
                  </a:lnTo>
                  <a:lnTo>
                    <a:pt x="342290" y="351713"/>
                  </a:lnTo>
                  <a:lnTo>
                    <a:pt x="322084" y="392849"/>
                  </a:lnTo>
                  <a:lnTo>
                    <a:pt x="291045" y="421881"/>
                  </a:lnTo>
                  <a:lnTo>
                    <a:pt x="238607" y="440131"/>
                  </a:lnTo>
                  <a:lnTo>
                    <a:pt x="228803" y="448475"/>
                  </a:lnTo>
                  <a:lnTo>
                    <a:pt x="222935" y="459740"/>
                  </a:lnTo>
                  <a:lnTo>
                    <a:pt x="221996" y="472821"/>
                  </a:lnTo>
                  <a:lnTo>
                    <a:pt x="225869" y="484632"/>
                  </a:lnTo>
                  <a:lnTo>
                    <a:pt x="233286" y="493852"/>
                  </a:lnTo>
                  <a:lnTo>
                    <a:pt x="243370" y="499846"/>
                  </a:lnTo>
                  <a:lnTo>
                    <a:pt x="255219" y="501992"/>
                  </a:lnTo>
                  <a:lnTo>
                    <a:pt x="259791" y="501992"/>
                  </a:lnTo>
                  <a:lnTo>
                    <a:pt x="302920" y="490613"/>
                  </a:lnTo>
                  <a:lnTo>
                    <a:pt x="340779" y="468477"/>
                  </a:lnTo>
                  <a:lnTo>
                    <a:pt x="372198" y="437019"/>
                  </a:lnTo>
                  <a:lnTo>
                    <a:pt x="396049" y="397725"/>
                  </a:lnTo>
                  <a:lnTo>
                    <a:pt x="411187" y="352056"/>
                  </a:lnTo>
                  <a:lnTo>
                    <a:pt x="416496" y="301459"/>
                  </a:lnTo>
                  <a:lnTo>
                    <a:pt x="416496" y="34086"/>
                  </a:lnTo>
                  <a:close/>
                </a:path>
              </a:pathLst>
            </a:custGeom>
            <a:solidFill>
              <a:srgbClr val="1D1D1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5171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50393-903A-ADF8-BFB5-C915A0111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43D1F-2E95-934D-CED4-8124F91BC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F72E9-8102-916D-7832-EC92F26C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F4F8D-2FA5-42AA-86B8-225286995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589DB-3E25-C0DA-5BF0-BC7FEA0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823F60-4EB2-97FC-914A-78A3055C7FBB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FB94D258-0207-A05E-A571-CFB660A7F7DC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BAE3DA5-895F-B969-6850-897E8D26A8EE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9" name="object 16">
                <a:extLst>
                  <a:ext uri="{FF2B5EF4-FFF2-40B4-BE49-F238E27FC236}">
                    <a16:creationId xmlns:a16="http://schemas.microsoft.com/office/drawing/2014/main" id="{9E47B2CA-5654-09FA-8736-3AF1D27DAAA1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0" name="object 17">
                <a:extLst>
                  <a:ext uri="{FF2B5EF4-FFF2-40B4-BE49-F238E27FC236}">
                    <a16:creationId xmlns:a16="http://schemas.microsoft.com/office/drawing/2014/main" id="{ABD6E896-C26D-C2B9-4FBD-A2F919D90BEC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2" name="object 18">
                  <a:extLst>
                    <a:ext uri="{FF2B5EF4-FFF2-40B4-BE49-F238E27FC236}">
                      <a16:creationId xmlns:a16="http://schemas.microsoft.com/office/drawing/2014/main" id="{3858E825-006B-DD21-BF41-9B0095E242A0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3" name="object 19">
                  <a:extLst>
                    <a:ext uri="{FF2B5EF4-FFF2-40B4-BE49-F238E27FC236}">
                      <a16:creationId xmlns:a16="http://schemas.microsoft.com/office/drawing/2014/main" id="{8FC8872C-9647-6ECA-1FE3-0BC7339A3448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4E3BEE0F-7B4E-A355-16BE-84B7D2DD14B2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864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D2E3-C112-4836-4E85-BD18C540E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CB752-750F-78A1-8896-6C206B96D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971F-4578-2813-C031-EAE0A65AC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6A9C6-BFD6-D714-C085-20C869589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85CD9-3F72-E2D7-6A16-06079E5F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018435F-0154-3A0E-72A4-A7005DDA9FFE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CDE652A3-785A-930D-3376-8F00CA279B0B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ED2EBA9-4DBB-7CC1-AA77-CAD51722BF53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10" name="object 16">
                <a:extLst>
                  <a:ext uri="{FF2B5EF4-FFF2-40B4-BE49-F238E27FC236}">
                    <a16:creationId xmlns:a16="http://schemas.microsoft.com/office/drawing/2014/main" id="{627DC1E2-4050-60E4-54A9-1963B42EF8D7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1" name="object 17">
                <a:extLst>
                  <a:ext uri="{FF2B5EF4-FFF2-40B4-BE49-F238E27FC236}">
                    <a16:creationId xmlns:a16="http://schemas.microsoft.com/office/drawing/2014/main" id="{ED9313AF-FB05-519B-74F2-F0FA373B6F92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3" name="object 18">
                  <a:extLst>
                    <a:ext uri="{FF2B5EF4-FFF2-40B4-BE49-F238E27FC236}">
                      <a16:creationId xmlns:a16="http://schemas.microsoft.com/office/drawing/2014/main" id="{137B658A-88C6-AB41-304C-6867E59E762E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4" name="object 19">
                  <a:extLst>
                    <a:ext uri="{FF2B5EF4-FFF2-40B4-BE49-F238E27FC236}">
                      <a16:creationId xmlns:a16="http://schemas.microsoft.com/office/drawing/2014/main" id="{28B84787-3CC8-0C3D-5444-27A3E43B35AE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2" name="object 20">
                <a:extLst>
                  <a:ext uri="{FF2B5EF4-FFF2-40B4-BE49-F238E27FC236}">
                    <a16:creationId xmlns:a16="http://schemas.microsoft.com/office/drawing/2014/main" id="{17A02367-5512-F748-1B84-E4DC23F42C62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582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74B2E-E216-A93D-E02A-1E0466C0D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B2F83-BA4E-8724-1F98-0088C43B2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0D2CB-E0CE-76B1-1771-DC833CF15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5BA7F-B39D-1C1F-EEC0-717C73260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90B69-AAFE-5A78-F9FB-71492E57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0CF49-E965-712E-DB02-F5019336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67083A-AF7F-8123-F7ED-7797F97E401B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88A883D-4C7C-10BD-C4AE-16953B084968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725ED62-E7E2-5D9B-18F0-5E18F9A62EAC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11" name="object 16">
                <a:extLst>
                  <a:ext uri="{FF2B5EF4-FFF2-40B4-BE49-F238E27FC236}">
                    <a16:creationId xmlns:a16="http://schemas.microsoft.com/office/drawing/2014/main" id="{F3D277EF-2DA1-81FF-C906-07FABC0D1734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2" name="object 17">
                <a:extLst>
                  <a:ext uri="{FF2B5EF4-FFF2-40B4-BE49-F238E27FC236}">
                    <a16:creationId xmlns:a16="http://schemas.microsoft.com/office/drawing/2014/main" id="{894A3EAB-9536-3BA3-A8B8-3DA5157DC13D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4" name="object 18">
                  <a:extLst>
                    <a:ext uri="{FF2B5EF4-FFF2-40B4-BE49-F238E27FC236}">
                      <a16:creationId xmlns:a16="http://schemas.microsoft.com/office/drawing/2014/main" id="{A2AB9FBF-049C-D51D-CD54-9BB3F1EE1A51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5" name="object 19">
                  <a:extLst>
                    <a:ext uri="{FF2B5EF4-FFF2-40B4-BE49-F238E27FC236}">
                      <a16:creationId xmlns:a16="http://schemas.microsoft.com/office/drawing/2014/main" id="{E8957404-979F-ADB1-F3B1-E8B21D9C1448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3" name="object 20">
                <a:extLst>
                  <a:ext uri="{FF2B5EF4-FFF2-40B4-BE49-F238E27FC236}">
                    <a16:creationId xmlns:a16="http://schemas.microsoft.com/office/drawing/2014/main" id="{7E3C270A-8D2A-815C-276C-0EC3D0C6ED4C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88620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30EF-9822-5C2A-3F46-37CD571B4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93D3C-11DB-FA6E-3A72-E89E8723B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5FEDF-B8EA-1E2C-CEAF-DEB04DB29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s-MX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74BD5-2840-F6D6-2233-A4DCC0F91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EC39E8-63FA-8B6E-301E-CEB226A340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708BF7-4B9D-BA9B-3B09-D9F1E9BB0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6BFC7B-FCF0-0943-0920-9E929826E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3F7CD-3335-A676-3C71-96CDBDAF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0B023B-DFE4-24A1-A590-2F0F8BDC6F05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B68A6F39-5595-CD71-BD38-2404E9EB6A67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25D6160-E40C-43DA-24EA-D94EE2A2783F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13" name="object 16">
                <a:extLst>
                  <a:ext uri="{FF2B5EF4-FFF2-40B4-BE49-F238E27FC236}">
                    <a16:creationId xmlns:a16="http://schemas.microsoft.com/office/drawing/2014/main" id="{7A1EB70B-760F-3AF2-8D5B-79CA863817D8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4" name="object 17">
                <a:extLst>
                  <a:ext uri="{FF2B5EF4-FFF2-40B4-BE49-F238E27FC236}">
                    <a16:creationId xmlns:a16="http://schemas.microsoft.com/office/drawing/2014/main" id="{1EC4A7D9-891D-2280-E403-C239917227D3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6" name="object 18">
                  <a:extLst>
                    <a:ext uri="{FF2B5EF4-FFF2-40B4-BE49-F238E27FC236}">
                      <a16:creationId xmlns:a16="http://schemas.microsoft.com/office/drawing/2014/main" id="{668B89F8-DDC3-BDEE-82EC-9DB4AFA88A41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7" name="object 19">
                  <a:extLst>
                    <a:ext uri="{FF2B5EF4-FFF2-40B4-BE49-F238E27FC236}">
                      <a16:creationId xmlns:a16="http://schemas.microsoft.com/office/drawing/2014/main" id="{F1A76D2E-A56F-C548-D5DD-913730FE2635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5" name="object 20">
                <a:extLst>
                  <a:ext uri="{FF2B5EF4-FFF2-40B4-BE49-F238E27FC236}">
                    <a16:creationId xmlns:a16="http://schemas.microsoft.com/office/drawing/2014/main" id="{48C8906A-A97F-7F6F-9738-23BDF4F99882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9610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646C9-A0AB-AFCA-B299-0DF9B2256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s-MX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F746F1-361F-6C7F-92B1-4A741CEC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34DEF-0364-B92D-D8D1-42A9CD63B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D626D-BCF8-D918-2B6B-224A7719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AE589F-4B6A-73FF-33A0-C8414F074B76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DFA3E2D7-3AD4-A61F-85B0-DF494C667EC2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B847E0-C2CA-5700-4974-801CCBAAE07E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9" name="object 16">
                <a:extLst>
                  <a:ext uri="{FF2B5EF4-FFF2-40B4-BE49-F238E27FC236}">
                    <a16:creationId xmlns:a16="http://schemas.microsoft.com/office/drawing/2014/main" id="{06DE47A2-ED86-17BE-C196-C433DA75C9DA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10" name="object 17">
                <a:extLst>
                  <a:ext uri="{FF2B5EF4-FFF2-40B4-BE49-F238E27FC236}">
                    <a16:creationId xmlns:a16="http://schemas.microsoft.com/office/drawing/2014/main" id="{B6A12093-2ED9-9D21-B664-5A136EEB757E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2" name="object 18">
                  <a:extLst>
                    <a:ext uri="{FF2B5EF4-FFF2-40B4-BE49-F238E27FC236}">
                      <a16:creationId xmlns:a16="http://schemas.microsoft.com/office/drawing/2014/main" id="{E878FA38-548E-2B65-DE96-3799164D1DC8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3" name="object 19">
                  <a:extLst>
                    <a:ext uri="{FF2B5EF4-FFF2-40B4-BE49-F238E27FC236}">
                      <a16:creationId xmlns:a16="http://schemas.microsoft.com/office/drawing/2014/main" id="{2DF1EB1B-4430-7B39-9313-B2E8296DE485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1" name="object 20">
                <a:extLst>
                  <a:ext uri="{FF2B5EF4-FFF2-40B4-BE49-F238E27FC236}">
                    <a16:creationId xmlns:a16="http://schemas.microsoft.com/office/drawing/2014/main" id="{E9A48B64-4345-29BD-7FB6-37FA9734687C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1356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D9849-E3F9-6C13-DBEC-0C7F8D8F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159E81-CD5E-6066-E75A-D2FBDB92D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9AC82-BB59-0514-675A-981D88D1E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1054A-90F9-B4B1-BDF6-37401D3AB99E}"/>
              </a:ext>
            </a:extLst>
          </p:cNvPr>
          <p:cNvGrpSpPr/>
          <p:nvPr userDrawn="1"/>
        </p:nvGrpSpPr>
        <p:grpSpPr>
          <a:xfrm>
            <a:off x="444501" y="5845565"/>
            <a:ext cx="11302998" cy="421092"/>
            <a:chOff x="444501" y="5845565"/>
            <a:chExt cx="11302998" cy="421092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17755ED0-DBF2-3AFA-01BC-48797110D22E}"/>
                </a:ext>
              </a:extLst>
            </p:cNvPr>
            <p:cNvSpPr/>
            <p:nvPr userDrawn="1"/>
          </p:nvSpPr>
          <p:spPr>
            <a:xfrm>
              <a:off x="444501" y="5845565"/>
              <a:ext cx="2400300" cy="421092"/>
            </a:xfrm>
            <a:custGeom>
              <a:avLst/>
              <a:gdLst/>
              <a:ahLst/>
              <a:cxnLst/>
              <a:rect l="l" t="t" r="r" b="b"/>
              <a:pathLst>
                <a:path w="4796093" h="841394">
                  <a:moveTo>
                    <a:pt x="0" y="0"/>
                  </a:moveTo>
                  <a:lnTo>
                    <a:pt x="4796093" y="0"/>
                  </a:lnTo>
                  <a:lnTo>
                    <a:pt x="4796093" y="841394"/>
                  </a:lnTo>
                  <a:lnTo>
                    <a:pt x="0" y="8413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E5DAD9-EFEB-4542-3627-BC572D25A520}"/>
                </a:ext>
              </a:extLst>
            </p:cNvPr>
            <p:cNvGrpSpPr/>
            <p:nvPr userDrawn="1"/>
          </p:nvGrpSpPr>
          <p:grpSpPr>
            <a:xfrm>
              <a:off x="9985985" y="5845565"/>
              <a:ext cx="1761514" cy="421092"/>
              <a:chOff x="3832885" y="3011703"/>
              <a:chExt cx="2672271" cy="638810"/>
            </a:xfrm>
          </p:grpSpPr>
          <p:sp>
            <p:nvSpPr>
              <p:cNvPr id="8" name="object 16">
                <a:extLst>
                  <a:ext uri="{FF2B5EF4-FFF2-40B4-BE49-F238E27FC236}">
                    <a16:creationId xmlns:a16="http://schemas.microsoft.com/office/drawing/2014/main" id="{A0960665-02C4-14CA-1E52-FD3604B3FEA5}"/>
                  </a:ext>
                </a:extLst>
              </p:cNvPr>
              <p:cNvSpPr/>
              <p:nvPr/>
            </p:nvSpPr>
            <p:spPr>
              <a:xfrm>
                <a:off x="5884126" y="3011703"/>
                <a:ext cx="621030" cy="638810"/>
              </a:xfrm>
              <a:custGeom>
                <a:avLst/>
                <a:gdLst/>
                <a:ahLst/>
                <a:cxnLst/>
                <a:rect l="l" t="t" r="r" b="b"/>
                <a:pathLst>
                  <a:path w="621029" h="638810">
                    <a:moveTo>
                      <a:pt x="53416" y="225056"/>
                    </a:moveTo>
                    <a:lnTo>
                      <a:pt x="51282" y="214579"/>
                    </a:lnTo>
                    <a:lnTo>
                      <a:pt x="45529" y="206133"/>
                    </a:lnTo>
                    <a:lnTo>
                      <a:pt x="37096" y="200482"/>
                    </a:lnTo>
                    <a:lnTo>
                      <a:pt x="26949" y="198424"/>
                    </a:lnTo>
                    <a:lnTo>
                      <a:pt x="16497" y="200482"/>
                    </a:lnTo>
                    <a:lnTo>
                      <a:pt x="7937" y="206133"/>
                    </a:lnTo>
                    <a:lnTo>
                      <a:pt x="2133" y="214579"/>
                    </a:lnTo>
                    <a:lnTo>
                      <a:pt x="0" y="225056"/>
                    </a:lnTo>
                    <a:lnTo>
                      <a:pt x="0" y="412610"/>
                    </a:lnTo>
                    <a:lnTo>
                      <a:pt x="2133" y="423291"/>
                    </a:lnTo>
                    <a:lnTo>
                      <a:pt x="7937" y="431952"/>
                    </a:lnTo>
                    <a:lnTo>
                      <a:pt x="16497" y="437743"/>
                    </a:lnTo>
                    <a:lnTo>
                      <a:pt x="26949" y="439864"/>
                    </a:lnTo>
                    <a:lnTo>
                      <a:pt x="37096" y="437743"/>
                    </a:lnTo>
                    <a:lnTo>
                      <a:pt x="45529" y="431952"/>
                    </a:lnTo>
                    <a:lnTo>
                      <a:pt x="51282" y="423291"/>
                    </a:lnTo>
                    <a:lnTo>
                      <a:pt x="53416" y="412610"/>
                    </a:lnTo>
                    <a:lnTo>
                      <a:pt x="53416" y="225056"/>
                    </a:lnTo>
                    <a:close/>
                  </a:path>
                  <a:path w="621029" h="638810">
                    <a:moveTo>
                      <a:pt x="276364" y="615315"/>
                    </a:moveTo>
                    <a:lnTo>
                      <a:pt x="101104" y="494703"/>
                    </a:lnTo>
                    <a:lnTo>
                      <a:pt x="90817" y="491274"/>
                    </a:lnTo>
                    <a:lnTo>
                      <a:pt x="80543" y="491959"/>
                    </a:lnTo>
                    <a:lnTo>
                      <a:pt x="71297" y="496366"/>
                    </a:lnTo>
                    <a:lnTo>
                      <a:pt x="64071" y="504088"/>
                    </a:lnTo>
                    <a:lnTo>
                      <a:pt x="60820" y="514400"/>
                    </a:lnTo>
                    <a:lnTo>
                      <a:pt x="61569" y="524675"/>
                    </a:lnTo>
                    <a:lnTo>
                      <a:pt x="66078" y="533908"/>
                    </a:lnTo>
                    <a:lnTo>
                      <a:pt x="74117" y="541096"/>
                    </a:lnTo>
                    <a:lnTo>
                      <a:pt x="236410" y="634568"/>
                    </a:lnTo>
                    <a:lnTo>
                      <a:pt x="240614" y="637184"/>
                    </a:lnTo>
                    <a:lnTo>
                      <a:pt x="245478" y="638784"/>
                    </a:lnTo>
                    <a:lnTo>
                      <a:pt x="250012" y="638784"/>
                    </a:lnTo>
                    <a:lnTo>
                      <a:pt x="256755" y="637895"/>
                    </a:lnTo>
                    <a:lnTo>
                      <a:pt x="263080" y="635304"/>
                    </a:lnTo>
                    <a:lnTo>
                      <a:pt x="268541" y="631139"/>
                    </a:lnTo>
                    <a:lnTo>
                      <a:pt x="272732" y="625500"/>
                    </a:lnTo>
                    <a:lnTo>
                      <a:pt x="276364" y="615315"/>
                    </a:lnTo>
                    <a:close/>
                  </a:path>
                  <a:path w="621029" h="638810">
                    <a:moveTo>
                      <a:pt x="276364" y="23215"/>
                    </a:moveTo>
                    <a:lnTo>
                      <a:pt x="272757" y="13131"/>
                    </a:lnTo>
                    <a:lnTo>
                      <a:pt x="265874" y="5257"/>
                    </a:lnTo>
                    <a:lnTo>
                      <a:pt x="256717" y="800"/>
                    </a:lnTo>
                    <a:lnTo>
                      <a:pt x="246494" y="0"/>
                    </a:lnTo>
                    <a:lnTo>
                      <a:pt x="236372" y="3073"/>
                    </a:lnTo>
                    <a:lnTo>
                      <a:pt x="74168" y="97180"/>
                    </a:lnTo>
                    <a:lnTo>
                      <a:pt x="66103" y="104279"/>
                    </a:lnTo>
                    <a:lnTo>
                      <a:pt x="61569" y="113576"/>
                    </a:lnTo>
                    <a:lnTo>
                      <a:pt x="60820" y="123837"/>
                    </a:lnTo>
                    <a:lnTo>
                      <a:pt x="64084" y="133845"/>
                    </a:lnTo>
                    <a:lnTo>
                      <a:pt x="68795" y="139623"/>
                    </a:lnTo>
                    <a:lnTo>
                      <a:pt x="74409" y="143789"/>
                    </a:lnTo>
                    <a:lnTo>
                      <a:pt x="80619" y="146304"/>
                    </a:lnTo>
                    <a:lnTo>
                      <a:pt x="87134" y="147154"/>
                    </a:lnTo>
                    <a:lnTo>
                      <a:pt x="91998" y="147154"/>
                    </a:lnTo>
                    <a:lnTo>
                      <a:pt x="263309" y="49771"/>
                    </a:lnTo>
                    <a:lnTo>
                      <a:pt x="276364" y="23215"/>
                    </a:lnTo>
                    <a:close/>
                  </a:path>
                  <a:path w="621029" h="638810">
                    <a:moveTo>
                      <a:pt x="276656" y="287934"/>
                    </a:moveTo>
                    <a:lnTo>
                      <a:pt x="101104" y="167627"/>
                    </a:lnTo>
                    <a:lnTo>
                      <a:pt x="90817" y="164198"/>
                    </a:lnTo>
                    <a:lnTo>
                      <a:pt x="80543" y="164884"/>
                    </a:lnTo>
                    <a:lnTo>
                      <a:pt x="71297" y="169291"/>
                    </a:lnTo>
                    <a:lnTo>
                      <a:pt x="64071" y="177025"/>
                    </a:lnTo>
                    <a:lnTo>
                      <a:pt x="60820" y="187185"/>
                    </a:lnTo>
                    <a:lnTo>
                      <a:pt x="61569" y="197459"/>
                    </a:lnTo>
                    <a:lnTo>
                      <a:pt x="66078" y="206768"/>
                    </a:lnTo>
                    <a:lnTo>
                      <a:pt x="74117" y="214007"/>
                    </a:lnTo>
                    <a:lnTo>
                      <a:pt x="236410" y="307479"/>
                    </a:lnTo>
                    <a:lnTo>
                      <a:pt x="240614" y="310070"/>
                    </a:lnTo>
                    <a:lnTo>
                      <a:pt x="245478" y="311073"/>
                    </a:lnTo>
                    <a:lnTo>
                      <a:pt x="250012" y="311073"/>
                    </a:lnTo>
                    <a:lnTo>
                      <a:pt x="256768" y="310222"/>
                    </a:lnTo>
                    <a:lnTo>
                      <a:pt x="263156" y="307695"/>
                    </a:lnTo>
                    <a:lnTo>
                      <a:pt x="268833" y="303530"/>
                    </a:lnTo>
                    <a:lnTo>
                      <a:pt x="273418" y="297764"/>
                    </a:lnTo>
                    <a:lnTo>
                      <a:pt x="276656" y="287934"/>
                    </a:lnTo>
                    <a:close/>
                  </a:path>
                  <a:path w="621029" h="638810">
                    <a:moveTo>
                      <a:pt x="276669" y="350989"/>
                    </a:moveTo>
                    <a:lnTo>
                      <a:pt x="273418" y="341210"/>
                    </a:lnTo>
                    <a:lnTo>
                      <a:pt x="266128" y="332981"/>
                    </a:lnTo>
                    <a:lnTo>
                      <a:pt x="256768" y="328358"/>
                    </a:lnTo>
                    <a:lnTo>
                      <a:pt x="246494" y="327571"/>
                    </a:lnTo>
                    <a:lnTo>
                      <a:pt x="236410" y="330822"/>
                    </a:lnTo>
                    <a:lnTo>
                      <a:pt x="74117" y="424929"/>
                    </a:lnTo>
                    <a:lnTo>
                      <a:pt x="66103" y="431812"/>
                    </a:lnTo>
                    <a:lnTo>
                      <a:pt x="61582" y="440931"/>
                    </a:lnTo>
                    <a:lnTo>
                      <a:pt x="60833" y="451129"/>
                    </a:lnTo>
                    <a:lnTo>
                      <a:pt x="64084" y="461276"/>
                    </a:lnTo>
                    <a:lnTo>
                      <a:pt x="68783" y="466966"/>
                    </a:lnTo>
                    <a:lnTo>
                      <a:pt x="74396" y="471271"/>
                    </a:lnTo>
                    <a:lnTo>
                      <a:pt x="80606" y="473976"/>
                    </a:lnTo>
                    <a:lnTo>
                      <a:pt x="87134" y="474929"/>
                    </a:lnTo>
                    <a:lnTo>
                      <a:pt x="92024" y="474929"/>
                    </a:lnTo>
                    <a:lnTo>
                      <a:pt x="96253" y="472935"/>
                    </a:lnTo>
                    <a:lnTo>
                      <a:pt x="101117" y="471004"/>
                    </a:lnTo>
                    <a:lnTo>
                      <a:pt x="263359" y="377215"/>
                    </a:lnTo>
                    <a:lnTo>
                      <a:pt x="271348" y="370179"/>
                    </a:lnTo>
                    <a:lnTo>
                      <a:pt x="275882" y="361035"/>
                    </a:lnTo>
                    <a:lnTo>
                      <a:pt x="276669" y="350989"/>
                    </a:lnTo>
                    <a:close/>
                  </a:path>
                  <a:path w="621029" h="638810">
                    <a:moveTo>
                      <a:pt x="336994" y="389255"/>
                    </a:moveTo>
                    <a:lnTo>
                      <a:pt x="334937" y="378802"/>
                    </a:lnTo>
                    <a:lnTo>
                      <a:pt x="329285" y="370344"/>
                    </a:lnTo>
                    <a:lnTo>
                      <a:pt x="320840" y="364693"/>
                    </a:lnTo>
                    <a:lnTo>
                      <a:pt x="310400" y="362623"/>
                    </a:lnTo>
                    <a:lnTo>
                      <a:pt x="300278" y="364693"/>
                    </a:lnTo>
                    <a:lnTo>
                      <a:pt x="291909" y="370344"/>
                    </a:lnTo>
                    <a:lnTo>
                      <a:pt x="286219" y="378802"/>
                    </a:lnTo>
                    <a:lnTo>
                      <a:pt x="284124" y="389255"/>
                    </a:lnTo>
                    <a:lnTo>
                      <a:pt x="284124" y="576795"/>
                    </a:lnTo>
                    <a:lnTo>
                      <a:pt x="286219" y="587260"/>
                    </a:lnTo>
                    <a:lnTo>
                      <a:pt x="291909" y="595706"/>
                    </a:lnTo>
                    <a:lnTo>
                      <a:pt x="300278" y="601357"/>
                    </a:lnTo>
                    <a:lnTo>
                      <a:pt x="310400" y="603415"/>
                    </a:lnTo>
                    <a:lnTo>
                      <a:pt x="320840" y="601357"/>
                    </a:lnTo>
                    <a:lnTo>
                      <a:pt x="329285" y="595706"/>
                    </a:lnTo>
                    <a:lnTo>
                      <a:pt x="334937" y="587260"/>
                    </a:lnTo>
                    <a:lnTo>
                      <a:pt x="336994" y="576795"/>
                    </a:lnTo>
                    <a:lnTo>
                      <a:pt x="336994" y="389255"/>
                    </a:lnTo>
                    <a:close/>
                  </a:path>
                  <a:path w="621029" h="638810">
                    <a:moveTo>
                      <a:pt x="336994" y="61518"/>
                    </a:moveTo>
                    <a:lnTo>
                      <a:pt x="334937" y="51181"/>
                    </a:lnTo>
                    <a:lnTo>
                      <a:pt x="329285" y="42710"/>
                    </a:lnTo>
                    <a:lnTo>
                      <a:pt x="320840" y="36995"/>
                    </a:lnTo>
                    <a:lnTo>
                      <a:pt x="310400" y="34886"/>
                    </a:lnTo>
                    <a:lnTo>
                      <a:pt x="300278" y="36995"/>
                    </a:lnTo>
                    <a:lnTo>
                      <a:pt x="291909" y="42710"/>
                    </a:lnTo>
                    <a:lnTo>
                      <a:pt x="286219" y="51181"/>
                    </a:lnTo>
                    <a:lnTo>
                      <a:pt x="284124" y="61518"/>
                    </a:lnTo>
                    <a:lnTo>
                      <a:pt x="284124" y="249059"/>
                    </a:lnTo>
                    <a:lnTo>
                      <a:pt x="286219" y="259511"/>
                    </a:lnTo>
                    <a:lnTo>
                      <a:pt x="291909" y="267944"/>
                    </a:lnTo>
                    <a:lnTo>
                      <a:pt x="300278" y="273583"/>
                    </a:lnTo>
                    <a:lnTo>
                      <a:pt x="310400" y="275640"/>
                    </a:lnTo>
                    <a:lnTo>
                      <a:pt x="320840" y="273583"/>
                    </a:lnTo>
                    <a:lnTo>
                      <a:pt x="329285" y="267944"/>
                    </a:lnTo>
                    <a:lnTo>
                      <a:pt x="334937" y="259511"/>
                    </a:lnTo>
                    <a:lnTo>
                      <a:pt x="336994" y="249059"/>
                    </a:lnTo>
                    <a:lnTo>
                      <a:pt x="336994" y="61518"/>
                    </a:lnTo>
                    <a:close/>
                  </a:path>
                  <a:path w="621029" h="638810">
                    <a:moveTo>
                      <a:pt x="560578" y="514400"/>
                    </a:moveTo>
                    <a:lnTo>
                      <a:pt x="557314" y="504088"/>
                    </a:lnTo>
                    <a:lnTo>
                      <a:pt x="550075" y="496379"/>
                    </a:lnTo>
                    <a:lnTo>
                      <a:pt x="540778" y="491985"/>
                    </a:lnTo>
                    <a:lnTo>
                      <a:pt x="530504" y="491286"/>
                    </a:lnTo>
                    <a:lnTo>
                      <a:pt x="520357" y="494703"/>
                    </a:lnTo>
                    <a:lnTo>
                      <a:pt x="358101" y="588797"/>
                    </a:lnTo>
                    <a:lnTo>
                      <a:pt x="349897" y="595858"/>
                    </a:lnTo>
                    <a:lnTo>
                      <a:pt x="345389" y="605066"/>
                    </a:lnTo>
                    <a:lnTo>
                      <a:pt x="344716" y="615315"/>
                    </a:lnTo>
                    <a:lnTo>
                      <a:pt x="348030" y="625500"/>
                    </a:lnTo>
                    <a:lnTo>
                      <a:pt x="352323" y="631126"/>
                    </a:lnTo>
                    <a:lnTo>
                      <a:pt x="357987" y="635304"/>
                    </a:lnTo>
                    <a:lnTo>
                      <a:pt x="364439" y="637908"/>
                    </a:lnTo>
                    <a:lnTo>
                      <a:pt x="371081" y="638810"/>
                    </a:lnTo>
                    <a:lnTo>
                      <a:pt x="375945" y="638810"/>
                    </a:lnTo>
                    <a:lnTo>
                      <a:pt x="380809" y="637184"/>
                    </a:lnTo>
                    <a:lnTo>
                      <a:pt x="385038" y="634568"/>
                    </a:lnTo>
                    <a:lnTo>
                      <a:pt x="547281" y="541096"/>
                    </a:lnTo>
                    <a:lnTo>
                      <a:pt x="555320" y="533908"/>
                    </a:lnTo>
                    <a:lnTo>
                      <a:pt x="559828" y="524675"/>
                    </a:lnTo>
                    <a:lnTo>
                      <a:pt x="560578" y="514400"/>
                    </a:lnTo>
                    <a:close/>
                  </a:path>
                  <a:path w="621029" h="638810">
                    <a:moveTo>
                      <a:pt x="560578" y="123837"/>
                    </a:moveTo>
                    <a:lnTo>
                      <a:pt x="385038" y="3073"/>
                    </a:lnTo>
                    <a:lnTo>
                      <a:pt x="374726" y="0"/>
                    </a:lnTo>
                    <a:lnTo>
                      <a:pt x="364451" y="812"/>
                    </a:lnTo>
                    <a:lnTo>
                      <a:pt x="355219" y="5270"/>
                    </a:lnTo>
                    <a:lnTo>
                      <a:pt x="348018" y="13157"/>
                    </a:lnTo>
                    <a:lnTo>
                      <a:pt x="344716" y="23228"/>
                    </a:lnTo>
                    <a:lnTo>
                      <a:pt x="345414" y="33553"/>
                    </a:lnTo>
                    <a:lnTo>
                      <a:pt x="520357" y="143903"/>
                    </a:lnTo>
                    <a:lnTo>
                      <a:pt x="528967" y="147154"/>
                    </a:lnTo>
                    <a:lnTo>
                      <a:pt x="533958" y="147154"/>
                    </a:lnTo>
                    <a:lnTo>
                      <a:pt x="560578" y="123837"/>
                    </a:lnTo>
                    <a:close/>
                  </a:path>
                  <a:path w="621029" h="638810">
                    <a:moveTo>
                      <a:pt x="560590" y="451129"/>
                    </a:moveTo>
                    <a:lnTo>
                      <a:pt x="384378" y="330809"/>
                    </a:lnTo>
                    <a:lnTo>
                      <a:pt x="374446" y="327558"/>
                    </a:lnTo>
                    <a:lnTo>
                      <a:pt x="364375" y="328345"/>
                    </a:lnTo>
                    <a:lnTo>
                      <a:pt x="355206" y="332968"/>
                    </a:lnTo>
                    <a:lnTo>
                      <a:pt x="348030" y="341198"/>
                    </a:lnTo>
                    <a:lnTo>
                      <a:pt x="344716" y="351002"/>
                    </a:lnTo>
                    <a:lnTo>
                      <a:pt x="345389" y="361061"/>
                    </a:lnTo>
                    <a:lnTo>
                      <a:pt x="349897" y="370217"/>
                    </a:lnTo>
                    <a:lnTo>
                      <a:pt x="358114" y="377240"/>
                    </a:lnTo>
                    <a:lnTo>
                      <a:pt x="520357" y="470992"/>
                    </a:lnTo>
                    <a:lnTo>
                      <a:pt x="528942" y="474891"/>
                    </a:lnTo>
                    <a:lnTo>
                      <a:pt x="534009" y="474891"/>
                    </a:lnTo>
                    <a:lnTo>
                      <a:pt x="560590" y="451129"/>
                    </a:lnTo>
                    <a:close/>
                  </a:path>
                  <a:path w="621029" h="638810">
                    <a:moveTo>
                      <a:pt x="560603" y="187172"/>
                    </a:moveTo>
                    <a:lnTo>
                      <a:pt x="557314" y="177025"/>
                    </a:lnTo>
                    <a:lnTo>
                      <a:pt x="550100" y="169303"/>
                    </a:lnTo>
                    <a:lnTo>
                      <a:pt x="540804" y="164896"/>
                    </a:lnTo>
                    <a:lnTo>
                      <a:pt x="530542" y="164211"/>
                    </a:lnTo>
                    <a:lnTo>
                      <a:pt x="520395" y="167627"/>
                    </a:lnTo>
                    <a:lnTo>
                      <a:pt x="358114" y="260705"/>
                    </a:lnTo>
                    <a:lnTo>
                      <a:pt x="349910" y="268338"/>
                    </a:lnTo>
                    <a:lnTo>
                      <a:pt x="345401" y="277774"/>
                    </a:lnTo>
                    <a:lnTo>
                      <a:pt x="344741" y="287934"/>
                    </a:lnTo>
                    <a:lnTo>
                      <a:pt x="348056" y="297713"/>
                    </a:lnTo>
                    <a:lnTo>
                      <a:pt x="352323" y="303491"/>
                    </a:lnTo>
                    <a:lnTo>
                      <a:pt x="357974" y="307644"/>
                    </a:lnTo>
                    <a:lnTo>
                      <a:pt x="364413" y="310172"/>
                    </a:lnTo>
                    <a:lnTo>
                      <a:pt x="371081" y="311023"/>
                    </a:lnTo>
                    <a:lnTo>
                      <a:pt x="375970" y="311023"/>
                    </a:lnTo>
                    <a:lnTo>
                      <a:pt x="380174" y="310057"/>
                    </a:lnTo>
                    <a:lnTo>
                      <a:pt x="384378" y="307479"/>
                    </a:lnTo>
                    <a:lnTo>
                      <a:pt x="547243" y="213995"/>
                    </a:lnTo>
                    <a:lnTo>
                      <a:pt x="555320" y="206756"/>
                    </a:lnTo>
                    <a:lnTo>
                      <a:pt x="559854" y="197446"/>
                    </a:lnTo>
                    <a:lnTo>
                      <a:pt x="560603" y="187172"/>
                    </a:lnTo>
                    <a:close/>
                  </a:path>
                  <a:path w="621029" h="638810">
                    <a:moveTo>
                      <a:pt x="620915" y="225044"/>
                    </a:moveTo>
                    <a:lnTo>
                      <a:pt x="618794" y="214579"/>
                    </a:lnTo>
                    <a:lnTo>
                      <a:pt x="613003" y="206133"/>
                    </a:lnTo>
                    <a:lnTo>
                      <a:pt x="604494" y="200482"/>
                    </a:lnTo>
                    <a:lnTo>
                      <a:pt x="594169" y="198412"/>
                    </a:lnTo>
                    <a:lnTo>
                      <a:pt x="583717" y="200482"/>
                    </a:lnTo>
                    <a:lnTo>
                      <a:pt x="575144" y="206133"/>
                    </a:lnTo>
                    <a:lnTo>
                      <a:pt x="569353" y="214579"/>
                    </a:lnTo>
                    <a:lnTo>
                      <a:pt x="567220" y="225044"/>
                    </a:lnTo>
                    <a:lnTo>
                      <a:pt x="567220" y="412597"/>
                    </a:lnTo>
                    <a:lnTo>
                      <a:pt x="569353" y="423291"/>
                    </a:lnTo>
                    <a:lnTo>
                      <a:pt x="575144" y="431939"/>
                    </a:lnTo>
                    <a:lnTo>
                      <a:pt x="583717" y="437743"/>
                    </a:lnTo>
                    <a:lnTo>
                      <a:pt x="594169" y="439851"/>
                    </a:lnTo>
                    <a:lnTo>
                      <a:pt x="604494" y="437743"/>
                    </a:lnTo>
                    <a:lnTo>
                      <a:pt x="613003" y="431939"/>
                    </a:lnTo>
                    <a:lnTo>
                      <a:pt x="618794" y="423291"/>
                    </a:lnTo>
                    <a:lnTo>
                      <a:pt x="620915" y="412597"/>
                    </a:lnTo>
                    <a:lnTo>
                      <a:pt x="620915" y="225044"/>
                    </a:lnTo>
                    <a:close/>
                  </a:path>
                </a:pathLst>
              </a:custGeom>
              <a:solidFill>
                <a:srgbClr val="009FE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9" name="object 17">
                <a:extLst>
                  <a:ext uri="{FF2B5EF4-FFF2-40B4-BE49-F238E27FC236}">
                    <a16:creationId xmlns:a16="http://schemas.microsoft.com/office/drawing/2014/main" id="{6AB21581-CE70-2B32-A333-7CD15FB18154}"/>
                  </a:ext>
                </a:extLst>
              </p:cNvPr>
              <p:cNvGrpSpPr/>
              <p:nvPr/>
            </p:nvGrpSpPr>
            <p:grpSpPr>
              <a:xfrm>
                <a:off x="4293858" y="3065589"/>
                <a:ext cx="1347470" cy="531495"/>
                <a:chOff x="4293858" y="3065589"/>
                <a:chExt cx="1347470" cy="531495"/>
              </a:xfrm>
            </p:grpSpPr>
            <p:sp>
              <p:nvSpPr>
                <p:cNvPr id="11" name="object 18">
                  <a:extLst>
                    <a:ext uri="{FF2B5EF4-FFF2-40B4-BE49-F238E27FC236}">
                      <a16:creationId xmlns:a16="http://schemas.microsoft.com/office/drawing/2014/main" id="{68811529-BB66-DDFF-341C-B7BCED30423C}"/>
                    </a:ext>
                  </a:extLst>
                </p:cNvPr>
                <p:cNvSpPr/>
                <p:nvPr/>
              </p:nvSpPr>
              <p:spPr>
                <a:xfrm>
                  <a:off x="4293857" y="3065589"/>
                  <a:ext cx="1347470" cy="5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470" h="531495">
                      <a:moveTo>
                        <a:pt x="241109" y="148297"/>
                      </a:moveTo>
                      <a:lnTo>
                        <a:pt x="238480" y="135305"/>
                      </a:lnTo>
                      <a:lnTo>
                        <a:pt x="231317" y="124790"/>
                      </a:lnTo>
                      <a:lnTo>
                        <a:pt x="220687" y="117741"/>
                      </a:lnTo>
                      <a:lnTo>
                        <a:pt x="207657" y="115176"/>
                      </a:lnTo>
                      <a:lnTo>
                        <a:pt x="194614" y="117741"/>
                      </a:lnTo>
                      <a:lnTo>
                        <a:pt x="183997" y="124790"/>
                      </a:lnTo>
                      <a:lnTo>
                        <a:pt x="176847" y="135305"/>
                      </a:lnTo>
                      <a:lnTo>
                        <a:pt x="174244" y="148297"/>
                      </a:lnTo>
                      <a:lnTo>
                        <a:pt x="174244" y="497446"/>
                      </a:lnTo>
                      <a:lnTo>
                        <a:pt x="176847" y="510463"/>
                      </a:lnTo>
                      <a:lnTo>
                        <a:pt x="183997" y="521081"/>
                      </a:lnTo>
                      <a:lnTo>
                        <a:pt x="194614" y="528243"/>
                      </a:lnTo>
                      <a:lnTo>
                        <a:pt x="207657" y="530872"/>
                      </a:lnTo>
                      <a:lnTo>
                        <a:pt x="220687" y="528243"/>
                      </a:lnTo>
                      <a:lnTo>
                        <a:pt x="231317" y="521081"/>
                      </a:lnTo>
                      <a:lnTo>
                        <a:pt x="238480" y="510463"/>
                      </a:lnTo>
                      <a:lnTo>
                        <a:pt x="241109" y="497446"/>
                      </a:lnTo>
                      <a:lnTo>
                        <a:pt x="241109" y="148297"/>
                      </a:lnTo>
                      <a:close/>
                    </a:path>
                    <a:path w="1347470" h="531495">
                      <a:moveTo>
                        <a:pt x="415366" y="55791"/>
                      </a:moveTo>
                      <a:lnTo>
                        <a:pt x="412635" y="42240"/>
                      </a:lnTo>
                      <a:lnTo>
                        <a:pt x="405244" y="31432"/>
                      </a:lnTo>
                      <a:lnTo>
                        <a:pt x="394398" y="24282"/>
                      </a:lnTo>
                      <a:lnTo>
                        <a:pt x="381292" y="21704"/>
                      </a:lnTo>
                      <a:lnTo>
                        <a:pt x="34048" y="21704"/>
                      </a:lnTo>
                      <a:lnTo>
                        <a:pt x="20662" y="24282"/>
                      </a:lnTo>
                      <a:lnTo>
                        <a:pt x="9855" y="31432"/>
                      </a:lnTo>
                      <a:lnTo>
                        <a:pt x="2628" y="42240"/>
                      </a:lnTo>
                      <a:lnTo>
                        <a:pt x="0" y="55791"/>
                      </a:lnTo>
                      <a:lnTo>
                        <a:pt x="2628" y="68351"/>
                      </a:lnTo>
                      <a:lnTo>
                        <a:pt x="9855" y="78917"/>
                      </a:lnTo>
                      <a:lnTo>
                        <a:pt x="20662" y="86182"/>
                      </a:lnTo>
                      <a:lnTo>
                        <a:pt x="34048" y="88900"/>
                      </a:lnTo>
                      <a:lnTo>
                        <a:pt x="381292" y="88900"/>
                      </a:lnTo>
                      <a:lnTo>
                        <a:pt x="394398" y="86182"/>
                      </a:lnTo>
                      <a:lnTo>
                        <a:pt x="405244" y="78917"/>
                      </a:lnTo>
                      <a:lnTo>
                        <a:pt x="412635" y="68351"/>
                      </a:lnTo>
                      <a:lnTo>
                        <a:pt x="415366" y="55791"/>
                      </a:lnTo>
                      <a:close/>
                    </a:path>
                    <a:path w="1347470" h="531495">
                      <a:moveTo>
                        <a:pt x="526669" y="55168"/>
                      </a:moveTo>
                      <a:lnTo>
                        <a:pt x="523989" y="41617"/>
                      </a:lnTo>
                      <a:lnTo>
                        <a:pt x="516674" y="30822"/>
                      </a:lnTo>
                      <a:lnTo>
                        <a:pt x="505828" y="23672"/>
                      </a:lnTo>
                      <a:lnTo>
                        <a:pt x="492544" y="21094"/>
                      </a:lnTo>
                      <a:lnTo>
                        <a:pt x="479717" y="23672"/>
                      </a:lnTo>
                      <a:lnTo>
                        <a:pt x="469201" y="30822"/>
                      </a:lnTo>
                      <a:lnTo>
                        <a:pt x="462076" y="41617"/>
                      </a:lnTo>
                      <a:lnTo>
                        <a:pt x="459460" y="55168"/>
                      </a:lnTo>
                      <a:lnTo>
                        <a:pt x="459460" y="496811"/>
                      </a:lnTo>
                      <a:lnTo>
                        <a:pt x="462076" y="509841"/>
                      </a:lnTo>
                      <a:lnTo>
                        <a:pt x="469201" y="520458"/>
                      </a:lnTo>
                      <a:lnTo>
                        <a:pt x="479717" y="527608"/>
                      </a:lnTo>
                      <a:lnTo>
                        <a:pt x="492544" y="530225"/>
                      </a:lnTo>
                      <a:lnTo>
                        <a:pt x="505828" y="527608"/>
                      </a:lnTo>
                      <a:lnTo>
                        <a:pt x="516674" y="520458"/>
                      </a:lnTo>
                      <a:lnTo>
                        <a:pt x="523989" y="509841"/>
                      </a:lnTo>
                      <a:lnTo>
                        <a:pt x="526669" y="496811"/>
                      </a:lnTo>
                      <a:lnTo>
                        <a:pt x="526669" y="55168"/>
                      </a:lnTo>
                      <a:close/>
                    </a:path>
                    <a:path w="1347470" h="531495">
                      <a:moveTo>
                        <a:pt x="833945" y="496798"/>
                      </a:moveTo>
                      <a:lnTo>
                        <a:pt x="831329" y="483730"/>
                      </a:lnTo>
                      <a:lnTo>
                        <a:pt x="824179" y="472998"/>
                      </a:lnTo>
                      <a:lnTo>
                        <a:pt x="813562" y="465734"/>
                      </a:lnTo>
                      <a:lnTo>
                        <a:pt x="800531" y="463067"/>
                      </a:lnTo>
                      <a:lnTo>
                        <a:pt x="586397" y="463067"/>
                      </a:lnTo>
                      <a:lnTo>
                        <a:pt x="572897" y="465734"/>
                      </a:lnTo>
                      <a:lnTo>
                        <a:pt x="562076" y="472998"/>
                      </a:lnTo>
                      <a:lnTo>
                        <a:pt x="554901" y="483730"/>
                      </a:lnTo>
                      <a:lnTo>
                        <a:pt x="552297" y="496798"/>
                      </a:lnTo>
                      <a:lnTo>
                        <a:pt x="554901" y="509930"/>
                      </a:lnTo>
                      <a:lnTo>
                        <a:pt x="562076" y="520776"/>
                      </a:lnTo>
                      <a:lnTo>
                        <a:pt x="572897" y="528154"/>
                      </a:lnTo>
                      <a:lnTo>
                        <a:pt x="586397" y="530872"/>
                      </a:lnTo>
                      <a:lnTo>
                        <a:pt x="800531" y="530872"/>
                      </a:lnTo>
                      <a:lnTo>
                        <a:pt x="813562" y="528154"/>
                      </a:lnTo>
                      <a:lnTo>
                        <a:pt x="824179" y="520776"/>
                      </a:lnTo>
                      <a:lnTo>
                        <a:pt x="831329" y="509930"/>
                      </a:lnTo>
                      <a:lnTo>
                        <a:pt x="833945" y="496798"/>
                      </a:lnTo>
                      <a:close/>
                    </a:path>
                    <a:path w="1347470" h="531495">
                      <a:moveTo>
                        <a:pt x="833945" y="55168"/>
                      </a:moveTo>
                      <a:lnTo>
                        <a:pt x="831329" y="41617"/>
                      </a:lnTo>
                      <a:lnTo>
                        <a:pt x="824179" y="30822"/>
                      </a:lnTo>
                      <a:lnTo>
                        <a:pt x="813562" y="23672"/>
                      </a:lnTo>
                      <a:lnTo>
                        <a:pt x="800531" y="21094"/>
                      </a:lnTo>
                      <a:lnTo>
                        <a:pt x="586397" y="21094"/>
                      </a:lnTo>
                      <a:lnTo>
                        <a:pt x="572897" y="23672"/>
                      </a:lnTo>
                      <a:lnTo>
                        <a:pt x="562076" y="30822"/>
                      </a:lnTo>
                      <a:lnTo>
                        <a:pt x="554901" y="41617"/>
                      </a:lnTo>
                      <a:lnTo>
                        <a:pt x="552297" y="55168"/>
                      </a:lnTo>
                      <a:lnTo>
                        <a:pt x="554901" y="67729"/>
                      </a:lnTo>
                      <a:lnTo>
                        <a:pt x="562076" y="78282"/>
                      </a:lnTo>
                      <a:lnTo>
                        <a:pt x="572897" y="85559"/>
                      </a:lnTo>
                      <a:lnTo>
                        <a:pt x="586397" y="88277"/>
                      </a:lnTo>
                      <a:lnTo>
                        <a:pt x="800531" y="88277"/>
                      </a:lnTo>
                      <a:lnTo>
                        <a:pt x="813562" y="85559"/>
                      </a:lnTo>
                      <a:lnTo>
                        <a:pt x="824179" y="78282"/>
                      </a:lnTo>
                      <a:lnTo>
                        <a:pt x="831329" y="67729"/>
                      </a:lnTo>
                      <a:lnTo>
                        <a:pt x="833945" y="55168"/>
                      </a:lnTo>
                      <a:close/>
                    </a:path>
                    <a:path w="1347470" h="531495">
                      <a:moveTo>
                        <a:pt x="1347266" y="413829"/>
                      </a:moveTo>
                      <a:lnTo>
                        <a:pt x="1343926" y="401472"/>
                      </a:lnTo>
                      <a:lnTo>
                        <a:pt x="1335938" y="391007"/>
                      </a:lnTo>
                      <a:lnTo>
                        <a:pt x="1324216" y="384517"/>
                      </a:lnTo>
                      <a:lnTo>
                        <a:pt x="1311452" y="382917"/>
                      </a:lnTo>
                      <a:lnTo>
                        <a:pt x="1299171" y="386194"/>
                      </a:lnTo>
                      <a:lnTo>
                        <a:pt x="1288884" y="394246"/>
                      </a:lnTo>
                      <a:lnTo>
                        <a:pt x="1257287" y="423583"/>
                      </a:lnTo>
                      <a:lnTo>
                        <a:pt x="1220762" y="445401"/>
                      </a:lnTo>
                      <a:lnTo>
                        <a:pt x="1180566" y="459003"/>
                      </a:lnTo>
                      <a:lnTo>
                        <a:pt x="1138008" y="463689"/>
                      </a:lnTo>
                      <a:lnTo>
                        <a:pt x="1090637" y="458139"/>
                      </a:lnTo>
                      <a:lnTo>
                        <a:pt x="1047000" y="442429"/>
                      </a:lnTo>
                      <a:lnTo>
                        <a:pt x="1008875" y="417982"/>
                      </a:lnTo>
                      <a:lnTo>
                        <a:pt x="977988" y="386207"/>
                      </a:lnTo>
                      <a:lnTo>
                        <a:pt x="956106" y="348513"/>
                      </a:lnTo>
                      <a:lnTo>
                        <a:pt x="944943" y="306336"/>
                      </a:lnTo>
                      <a:lnTo>
                        <a:pt x="940943" y="294640"/>
                      </a:lnTo>
                      <a:lnTo>
                        <a:pt x="933399" y="285407"/>
                      </a:lnTo>
                      <a:lnTo>
                        <a:pt x="923188" y="279323"/>
                      </a:lnTo>
                      <a:lnTo>
                        <a:pt x="911161" y="277139"/>
                      </a:lnTo>
                      <a:lnTo>
                        <a:pt x="907249" y="277139"/>
                      </a:lnTo>
                      <a:lnTo>
                        <a:pt x="894651" y="281584"/>
                      </a:lnTo>
                      <a:lnTo>
                        <a:pt x="885037" y="290220"/>
                      </a:lnTo>
                      <a:lnTo>
                        <a:pt x="879246" y="301701"/>
                      </a:lnTo>
                      <a:lnTo>
                        <a:pt x="878103" y="314744"/>
                      </a:lnTo>
                      <a:lnTo>
                        <a:pt x="888377" y="358787"/>
                      </a:lnTo>
                      <a:lnTo>
                        <a:pt x="906868" y="399592"/>
                      </a:lnTo>
                      <a:lnTo>
                        <a:pt x="932662" y="436333"/>
                      </a:lnTo>
                      <a:lnTo>
                        <a:pt x="964793" y="468210"/>
                      </a:lnTo>
                      <a:lnTo>
                        <a:pt x="1002347" y="494411"/>
                      </a:lnTo>
                      <a:lnTo>
                        <a:pt x="1044359" y="514134"/>
                      </a:lnTo>
                      <a:lnTo>
                        <a:pt x="1089888" y="526554"/>
                      </a:lnTo>
                      <a:lnTo>
                        <a:pt x="1138008" y="530872"/>
                      </a:lnTo>
                      <a:lnTo>
                        <a:pt x="1183894" y="526859"/>
                      </a:lnTo>
                      <a:lnTo>
                        <a:pt x="1227823" y="515124"/>
                      </a:lnTo>
                      <a:lnTo>
                        <a:pt x="1268920" y="496100"/>
                      </a:lnTo>
                      <a:lnTo>
                        <a:pt x="1306245" y="470268"/>
                      </a:lnTo>
                      <a:lnTo>
                        <a:pt x="1338897" y="438048"/>
                      </a:lnTo>
                      <a:lnTo>
                        <a:pt x="1345679" y="426529"/>
                      </a:lnTo>
                      <a:lnTo>
                        <a:pt x="1347266" y="413829"/>
                      </a:lnTo>
                      <a:close/>
                    </a:path>
                    <a:path w="1347470" h="531495">
                      <a:moveTo>
                        <a:pt x="1347266" y="115646"/>
                      </a:moveTo>
                      <a:lnTo>
                        <a:pt x="1306245" y="59728"/>
                      </a:lnTo>
                      <a:lnTo>
                        <a:pt x="1268920" y="34137"/>
                      </a:lnTo>
                      <a:lnTo>
                        <a:pt x="1227823" y="15417"/>
                      </a:lnTo>
                      <a:lnTo>
                        <a:pt x="1183894" y="3924"/>
                      </a:lnTo>
                      <a:lnTo>
                        <a:pt x="1138008" y="0"/>
                      </a:lnTo>
                      <a:lnTo>
                        <a:pt x="1089888" y="4279"/>
                      </a:lnTo>
                      <a:lnTo>
                        <a:pt x="1044359" y="16598"/>
                      </a:lnTo>
                      <a:lnTo>
                        <a:pt x="1002347" y="36144"/>
                      </a:lnTo>
                      <a:lnTo>
                        <a:pt x="964793" y="62153"/>
                      </a:lnTo>
                      <a:lnTo>
                        <a:pt x="932662" y="93802"/>
                      </a:lnTo>
                      <a:lnTo>
                        <a:pt x="906868" y="130340"/>
                      </a:lnTo>
                      <a:lnTo>
                        <a:pt x="888377" y="170942"/>
                      </a:lnTo>
                      <a:lnTo>
                        <a:pt x="878103" y="214820"/>
                      </a:lnTo>
                      <a:lnTo>
                        <a:pt x="879246" y="227977"/>
                      </a:lnTo>
                      <a:lnTo>
                        <a:pt x="885037" y="239382"/>
                      </a:lnTo>
                      <a:lnTo>
                        <a:pt x="894651" y="247751"/>
                      </a:lnTo>
                      <a:lnTo>
                        <a:pt x="907249" y="251790"/>
                      </a:lnTo>
                      <a:lnTo>
                        <a:pt x="908926" y="252488"/>
                      </a:lnTo>
                      <a:lnTo>
                        <a:pt x="911161" y="252488"/>
                      </a:lnTo>
                      <a:lnTo>
                        <a:pt x="923188" y="250253"/>
                      </a:lnTo>
                      <a:lnTo>
                        <a:pt x="933399" y="244081"/>
                      </a:lnTo>
                      <a:lnTo>
                        <a:pt x="940943" y="234810"/>
                      </a:lnTo>
                      <a:lnTo>
                        <a:pt x="944943" y="223278"/>
                      </a:lnTo>
                      <a:lnTo>
                        <a:pt x="956106" y="181000"/>
                      </a:lnTo>
                      <a:lnTo>
                        <a:pt x="977988" y="143332"/>
                      </a:lnTo>
                      <a:lnTo>
                        <a:pt x="1008875" y="111645"/>
                      </a:lnTo>
                      <a:lnTo>
                        <a:pt x="1047000" y="87312"/>
                      </a:lnTo>
                      <a:lnTo>
                        <a:pt x="1090637" y="71704"/>
                      </a:lnTo>
                      <a:lnTo>
                        <a:pt x="1138008" y="66192"/>
                      </a:lnTo>
                      <a:lnTo>
                        <a:pt x="1180566" y="70878"/>
                      </a:lnTo>
                      <a:lnTo>
                        <a:pt x="1220762" y="84416"/>
                      </a:lnTo>
                      <a:lnTo>
                        <a:pt x="1257287" y="106045"/>
                      </a:lnTo>
                      <a:lnTo>
                        <a:pt x="1288884" y="135013"/>
                      </a:lnTo>
                      <a:lnTo>
                        <a:pt x="1299171" y="143002"/>
                      </a:lnTo>
                      <a:lnTo>
                        <a:pt x="1311452" y="146354"/>
                      </a:lnTo>
                      <a:lnTo>
                        <a:pt x="1324216" y="144843"/>
                      </a:lnTo>
                      <a:lnTo>
                        <a:pt x="1335938" y="138214"/>
                      </a:lnTo>
                      <a:lnTo>
                        <a:pt x="1343926" y="127927"/>
                      </a:lnTo>
                      <a:lnTo>
                        <a:pt x="1347266" y="115646"/>
                      </a:lnTo>
                      <a:close/>
                    </a:path>
                  </a:pathLst>
                </a:custGeom>
                <a:solidFill>
                  <a:srgbClr val="1D1D1B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pic>
              <p:nvPicPr>
                <p:cNvPr id="12" name="object 19">
                  <a:extLst>
                    <a:ext uri="{FF2B5EF4-FFF2-40B4-BE49-F238E27FC236}">
                      <a16:creationId xmlns:a16="http://schemas.microsoft.com/office/drawing/2014/main" id="{3DCD669F-64D2-E714-3DC8-C05E4F4DAE4B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4846161" y="3302139"/>
                  <a:ext cx="227787" cy="67183"/>
                </a:xfrm>
                <a:prstGeom prst="rect">
                  <a:avLst/>
                </a:prstGeom>
              </p:spPr>
            </p:pic>
          </p:grpSp>
          <p:sp>
            <p:nvSpPr>
              <p:cNvPr id="10" name="object 20">
                <a:extLst>
                  <a:ext uri="{FF2B5EF4-FFF2-40B4-BE49-F238E27FC236}">
                    <a16:creationId xmlns:a16="http://schemas.microsoft.com/office/drawing/2014/main" id="{A4FDE7C4-43B9-1881-AD4E-E337FF2F4E5A}"/>
                  </a:ext>
                </a:extLst>
              </p:cNvPr>
              <p:cNvSpPr/>
              <p:nvPr/>
            </p:nvSpPr>
            <p:spPr>
              <a:xfrm>
                <a:off x="3832885" y="3094469"/>
                <a:ext cx="416559" cy="502284"/>
              </a:xfrm>
              <a:custGeom>
                <a:avLst/>
                <a:gdLst/>
                <a:ahLst/>
                <a:cxnLst/>
                <a:rect l="l" t="t" r="r" b="b"/>
                <a:pathLst>
                  <a:path w="416560" h="502285">
                    <a:moveTo>
                      <a:pt x="196507" y="472808"/>
                    </a:moveTo>
                    <a:lnTo>
                      <a:pt x="195491" y="459727"/>
                    </a:lnTo>
                    <a:lnTo>
                      <a:pt x="189611" y="448475"/>
                    </a:lnTo>
                    <a:lnTo>
                      <a:pt x="179755" y="440143"/>
                    </a:lnTo>
                    <a:lnTo>
                      <a:pt x="166789" y="435800"/>
                    </a:lnTo>
                    <a:lnTo>
                      <a:pt x="127012" y="421741"/>
                    </a:lnTo>
                    <a:lnTo>
                      <a:pt x="95643" y="392480"/>
                    </a:lnTo>
                    <a:lnTo>
                      <a:pt x="75069" y="351294"/>
                    </a:lnTo>
                    <a:lnTo>
                      <a:pt x="67678" y="301459"/>
                    </a:lnTo>
                    <a:lnTo>
                      <a:pt x="67678" y="34074"/>
                    </a:lnTo>
                    <a:lnTo>
                      <a:pt x="65062" y="20535"/>
                    </a:lnTo>
                    <a:lnTo>
                      <a:pt x="57899" y="9740"/>
                    </a:lnTo>
                    <a:lnTo>
                      <a:pt x="47282" y="2590"/>
                    </a:lnTo>
                    <a:lnTo>
                      <a:pt x="34251" y="0"/>
                    </a:lnTo>
                    <a:lnTo>
                      <a:pt x="21094" y="2590"/>
                    </a:lnTo>
                    <a:lnTo>
                      <a:pt x="10185" y="9740"/>
                    </a:lnTo>
                    <a:lnTo>
                      <a:pt x="2743" y="20535"/>
                    </a:lnTo>
                    <a:lnTo>
                      <a:pt x="0" y="34074"/>
                    </a:lnTo>
                    <a:lnTo>
                      <a:pt x="0" y="301459"/>
                    </a:lnTo>
                    <a:lnTo>
                      <a:pt x="5384" y="352056"/>
                    </a:lnTo>
                    <a:lnTo>
                      <a:pt x="20764" y="397725"/>
                    </a:lnTo>
                    <a:lnTo>
                      <a:pt x="44970" y="437019"/>
                    </a:lnTo>
                    <a:lnTo>
                      <a:pt x="76835" y="468477"/>
                    </a:lnTo>
                    <a:lnTo>
                      <a:pt x="115189" y="490626"/>
                    </a:lnTo>
                    <a:lnTo>
                      <a:pt x="158864" y="501992"/>
                    </a:lnTo>
                    <a:lnTo>
                      <a:pt x="163042" y="501992"/>
                    </a:lnTo>
                    <a:lnTo>
                      <a:pt x="174802" y="499859"/>
                    </a:lnTo>
                    <a:lnTo>
                      <a:pt x="184886" y="493852"/>
                    </a:lnTo>
                    <a:lnTo>
                      <a:pt x="192417" y="484619"/>
                    </a:lnTo>
                    <a:lnTo>
                      <a:pt x="196507" y="472808"/>
                    </a:lnTo>
                    <a:close/>
                  </a:path>
                  <a:path w="416560" h="502285">
                    <a:moveTo>
                      <a:pt x="416496" y="34086"/>
                    </a:moveTo>
                    <a:lnTo>
                      <a:pt x="413931" y="20535"/>
                    </a:lnTo>
                    <a:lnTo>
                      <a:pt x="406882" y="9740"/>
                    </a:lnTo>
                    <a:lnTo>
                      <a:pt x="396278" y="2578"/>
                    </a:lnTo>
                    <a:lnTo>
                      <a:pt x="383057" y="0"/>
                    </a:lnTo>
                    <a:lnTo>
                      <a:pt x="370027" y="2578"/>
                    </a:lnTo>
                    <a:lnTo>
                      <a:pt x="359371" y="9740"/>
                    </a:lnTo>
                    <a:lnTo>
                      <a:pt x="352158" y="20535"/>
                    </a:lnTo>
                    <a:lnTo>
                      <a:pt x="349516" y="34086"/>
                    </a:lnTo>
                    <a:lnTo>
                      <a:pt x="349516" y="301459"/>
                    </a:lnTo>
                    <a:lnTo>
                      <a:pt x="342290" y="351713"/>
                    </a:lnTo>
                    <a:lnTo>
                      <a:pt x="322084" y="392849"/>
                    </a:lnTo>
                    <a:lnTo>
                      <a:pt x="291045" y="421881"/>
                    </a:lnTo>
                    <a:lnTo>
                      <a:pt x="238607" y="440131"/>
                    </a:lnTo>
                    <a:lnTo>
                      <a:pt x="228803" y="448475"/>
                    </a:lnTo>
                    <a:lnTo>
                      <a:pt x="222935" y="459740"/>
                    </a:lnTo>
                    <a:lnTo>
                      <a:pt x="221996" y="472821"/>
                    </a:lnTo>
                    <a:lnTo>
                      <a:pt x="225869" y="484632"/>
                    </a:lnTo>
                    <a:lnTo>
                      <a:pt x="233286" y="493852"/>
                    </a:lnTo>
                    <a:lnTo>
                      <a:pt x="243370" y="499846"/>
                    </a:lnTo>
                    <a:lnTo>
                      <a:pt x="255219" y="501992"/>
                    </a:lnTo>
                    <a:lnTo>
                      <a:pt x="259791" y="501992"/>
                    </a:lnTo>
                    <a:lnTo>
                      <a:pt x="302920" y="490613"/>
                    </a:lnTo>
                    <a:lnTo>
                      <a:pt x="340779" y="468477"/>
                    </a:lnTo>
                    <a:lnTo>
                      <a:pt x="372198" y="437019"/>
                    </a:lnTo>
                    <a:lnTo>
                      <a:pt x="396049" y="397725"/>
                    </a:lnTo>
                    <a:lnTo>
                      <a:pt x="411187" y="352056"/>
                    </a:lnTo>
                    <a:lnTo>
                      <a:pt x="416496" y="301459"/>
                    </a:lnTo>
                    <a:lnTo>
                      <a:pt x="416496" y="34086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583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C0CE-7EF1-552B-0CE5-4CB3419B1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72F0-BCEC-7AE5-6A4A-E75FFF882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2C858-4AEA-4B7E-C90D-5ECE20C71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F146A-09EF-C0AF-BF9B-253571C9D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1CD85-A0F3-2897-A6CC-FB790D421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B0934-89B1-26C8-6E7A-B5536106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143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FD28-463F-AB2F-1B0F-65564E6F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47BEA-B0F0-A3A5-28A1-4082E7321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42CF8-F920-AFF7-FAE0-5B386CB84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D8AD8-6CE3-1793-EBCB-EA35DA2AD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F7921-DB20-5008-A762-A378E812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65D31-941A-7F1D-15B8-65DB0ED9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553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D85D2-A1B7-712F-51D1-022EE987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8AD6D-6B39-B9CB-BDD0-D86ABE701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E3492-401C-F938-B582-641DDEC7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CDFAD-51BC-8BD7-2416-D22338B44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790CE-DB3C-F4F0-EC48-9CF385392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614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FBE27-83D1-0534-5D00-014E0726B0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073E0-CF53-78DF-A1A5-911712C15D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5DB93-0AC6-6909-0E1D-6D4E6801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800F9-533E-62F2-071F-E3FE79A1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3D352-07F8-66A1-E131-25CF6B695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734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C0BCE187-DC07-C1A9-CB2C-4C9E2DA31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9235" t="-12777" r="-20585" b="-24805"/>
            </a:stretch>
          </a:blipFill>
        </p:spPr>
        <p:txBody>
          <a:bodyPr/>
          <a:lstStyle/>
          <a:p>
            <a:endParaRPr lang="es-MX">
              <a:latin typeface="+mn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4793E6-9579-074D-350F-CD982B7B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E48C3-BFBD-CDB2-FA82-1906AC75E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71EBB-02E3-F93D-D069-DE6B63F376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66723-9A4E-4CD3-ABED-ECBF9C1B9BA9}" type="datetimeFigureOut">
              <a:rPr lang="es-MX" smtClean="0"/>
              <a:t>19/11/2025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777AC-5B4E-EB89-13F8-8CD1CA0A6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EBFFF-8D36-DA1D-F9B1-205A4F4D7A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CE816-B51C-4DEC-AF8E-256B716A8CDA}" type="slidenum">
              <a:rPr lang="es-MX" smtClean="0"/>
              <a:t>‹#›</a:t>
            </a:fld>
            <a:endParaRPr lang="es-MX"/>
          </a:p>
        </p:txBody>
      </p:sp>
      <p:grpSp>
        <p:nvGrpSpPr>
          <p:cNvPr id="12" name="Group 6">
            <a:extLst>
              <a:ext uri="{FF2B5EF4-FFF2-40B4-BE49-F238E27FC236}">
                <a16:creationId xmlns:a16="http://schemas.microsoft.com/office/drawing/2014/main" id="{F4E7AE6C-A1B3-3AF1-801F-E05FCF99DB7B}"/>
              </a:ext>
            </a:extLst>
          </p:cNvPr>
          <p:cNvGrpSpPr/>
          <p:nvPr userDrawn="1"/>
        </p:nvGrpSpPr>
        <p:grpSpPr>
          <a:xfrm>
            <a:off x="0" y="6492875"/>
            <a:ext cx="12192000" cy="356487"/>
            <a:chOff x="0" y="0"/>
            <a:chExt cx="4859220" cy="80227"/>
          </a:xfrm>
        </p:grpSpPr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15AEB2C-013D-B22A-DBDA-BF16A19E38F4}"/>
                </a:ext>
              </a:extLst>
            </p:cNvPr>
            <p:cNvSpPr/>
            <p:nvPr/>
          </p:nvSpPr>
          <p:spPr>
            <a:xfrm>
              <a:off x="0" y="0"/>
              <a:ext cx="4859220" cy="80227"/>
            </a:xfrm>
            <a:custGeom>
              <a:avLst/>
              <a:gdLst/>
              <a:ahLst/>
              <a:cxnLst/>
              <a:rect l="l" t="t" r="r" b="b"/>
              <a:pathLst>
                <a:path w="4859220" h="80227">
                  <a:moveTo>
                    <a:pt x="0" y="0"/>
                  </a:moveTo>
                  <a:lnTo>
                    <a:pt x="4859220" y="0"/>
                  </a:lnTo>
                  <a:lnTo>
                    <a:pt x="4859220" y="80227"/>
                  </a:lnTo>
                  <a:lnTo>
                    <a:pt x="0" y="80227"/>
                  </a:lnTo>
                  <a:close/>
                </a:path>
              </a:pathLst>
            </a:custGeom>
            <a:solidFill>
              <a:srgbClr val="004CC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8">
              <a:extLst>
                <a:ext uri="{FF2B5EF4-FFF2-40B4-BE49-F238E27FC236}">
                  <a16:creationId xmlns:a16="http://schemas.microsoft.com/office/drawing/2014/main" id="{0E4E4C81-9742-4DD9-D8DF-922229A7C044}"/>
                </a:ext>
              </a:extLst>
            </p:cNvPr>
            <p:cNvSpPr txBox="1"/>
            <p:nvPr/>
          </p:nvSpPr>
          <p:spPr>
            <a:xfrm>
              <a:off x="0" y="-47625"/>
              <a:ext cx="4859220" cy="1278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6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3787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3AFE-50EA-39BF-B9A0-EF440061BC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err="1"/>
              <a:t>Template</a:t>
            </a:r>
            <a:endParaRPr lang="es-MX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5F905-BF75-D7EF-DBA8-F7D76B34B3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8393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9300-10BC-EB51-2CD5-4D9935D2C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8ED2-655C-EDBD-2282-0C82CF4FE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Template</a:t>
            </a:r>
          </a:p>
        </p:txBody>
      </p:sp>
    </p:spTree>
    <p:extLst>
      <p:ext uri="{BB962C8B-B14F-4D97-AF65-F5344CB8AC3E}">
        <p14:creationId xmlns:p14="http://schemas.microsoft.com/office/powerpoint/2010/main" val="2409223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Rivera González</dc:creator>
  <cp:lastModifiedBy>Raul Ramirez</cp:lastModifiedBy>
  <cp:revision>2</cp:revision>
  <dcterms:created xsi:type="dcterms:W3CDTF">2025-02-12T23:38:46Z</dcterms:created>
  <dcterms:modified xsi:type="dcterms:W3CDTF">2025-11-20T02:41:22Z</dcterms:modified>
</cp:coreProperties>
</file>